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301" r:id="rId3"/>
    <p:sldId id="302" r:id="rId4"/>
    <p:sldId id="303" r:id="rId5"/>
    <p:sldId id="257" r:id="rId6"/>
    <p:sldId id="258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263" r:id="rId47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EF3CBA-3F0B-4DDA-AE30-9610E01D7C19}" v="149" dt="2025-02-27T13:42:10.5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740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s Lundberg" userId="2df479a7-79f3-4063-8e5b-fb2f29919dbd" providerId="ADAL" clId="{EBEF3CBA-3F0B-4DDA-AE30-9610E01D7C19}"/>
    <pc:docChg chg="undo custSel addSld delSld modSld sldOrd">
      <pc:chgData name="Lars Lundberg" userId="2df479a7-79f3-4063-8e5b-fb2f29919dbd" providerId="ADAL" clId="{EBEF3CBA-3F0B-4DDA-AE30-9610E01D7C19}" dt="2025-03-07T09:44:12.771" v="2229" actId="20577"/>
      <pc:docMkLst>
        <pc:docMk/>
      </pc:docMkLst>
      <pc:sldChg chg="modSp mod">
        <pc:chgData name="Lars Lundberg" userId="2df479a7-79f3-4063-8e5b-fb2f29919dbd" providerId="ADAL" clId="{EBEF3CBA-3F0B-4DDA-AE30-9610E01D7C19}" dt="2025-02-23T17:39:28.502" v="133" actId="27636"/>
        <pc:sldMkLst>
          <pc:docMk/>
          <pc:sldMk cId="1098708532" sldId="256"/>
        </pc:sldMkLst>
        <pc:spChg chg="mod">
          <ac:chgData name="Lars Lundberg" userId="2df479a7-79f3-4063-8e5b-fb2f29919dbd" providerId="ADAL" clId="{EBEF3CBA-3F0B-4DDA-AE30-9610E01D7C19}" dt="2025-02-23T17:37:44.652" v="95" actId="20577"/>
          <ac:spMkLst>
            <pc:docMk/>
            <pc:sldMk cId="1098708532" sldId="256"/>
            <ac:spMk id="2" creationId="{EE251F73-5580-5160-E412-07C8C919F691}"/>
          </ac:spMkLst>
        </pc:spChg>
        <pc:spChg chg="mod">
          <ac:chgData name="Lars Lundberg" userId="2df479a7-79f3-4063-8e5b-fb2f29919dbd" providerId="ADAL" clId="{EBEF3CBA-3F0B-4DDA-AE30-9610E01D7C19}" dt="2025-02-23T17:39:28.502" v="133" actId="27636"/>
          <ac:spMkLst>
            <pc:docMk/>
            <pc:sldMk cId="1098708532" sldId="256"/>
            <ac:spMk id="3" creationId="{AA53395B-C742-33B2-B030-3CF9F80812D8}"/>
          </ac:spMkLst>
        </pc:spChg>
      </pc:sldChg>
      <pc:sldChg chg="modSp mod">
        <pc:chgData name="Lars Lundberg" userId="2df479a7-79f3-4063-8e5b-fb2f29919dbd" providerId="ADAL" clId="{EBEF3CBA-3F0B-4DDA-AE30-9610E01D7C19}" dt="2025-02-27T13:42:53.816" v="2227" actId="20577"/>
        <pc:sldMkLst>
          <pc:docMk/>
          <pc:sldMk cId="1732494689" sldId="257"/>
        </pc:sldMkLst>
        <pc:spChg chg="mod">
          <ac:chgData name="Lars Lundberg" userId="2df479a7-79f3-4063-8e5b-fb2f29919dbd" providerId="ADAL" clId="{EBEF3CBA-3F0B-4DDA-AE30-9610E01D7C19}" dt="2025-02-27T13:42:53.816" v="2227" actId="20577"/>
          <ac:spMkLst>
            <pc:docMk/>
            <pc:sldMk cId="1732494689" sldId="257"/>
            <ac:spMk id="2" creationId="{F2813121-2E08-E881-701D-600E1C90EC8A}"/>
          </ac:spMkLst>
        </pc:spChg>
      </pc:sldChg>
      <pc:sldChg chg="delSp modSp new mod">
        <pc:chgData name="Lars Lundberg" userId="2df479a7-79f3-4063-8e5b-fb2f29919dbd" providerId="ADAL" clId="{EBEF3CBA-3F0B-4DDA-AE30-9610E01D7C19}" dt="2025-02-25T13:04:57.551" v="1562" actId="27636"/>
        <pc:sldMkLst>
          <pc:docMk/>
          <pc:sldMk cId="3214682117" sldId="258"/>
        </pc:sldMkLst>
        <pc:spChg chg="mod">
          <ac:chgData name="Lars Lundberg" userId="2df479a7-79f3-4063-8e5b-fb2f29919dbd" providerId="ADAL" clId="{EBEF3CBA-3F0B-4DDA-AE30-9610E01D7C19}" dt="2025-02-23T17:27:37.987" v="18" actId="20577"/>
          <ac:spMkLst>
            <pc:docMk/>
            <pc:sldMk cId="3214682117" sldId="258"/>
            <ac:spMk id="3" creationId="{DBE7BF5B-5A52-A336-BEBD-6B025568125A}"/>
          </ac:spMkLst>
        </pc:spChg>
        <pc:spChg chg="mod">
          <ac:chgData name="Lars Lundberg" userId="2df479a7-79f3-4063-8e5b-fb2f29919dbd" providerId="ADAL" clId="{EBEF3CBA-3F0B-4DDA-AE30-9610E01D7C19}" dt="2025-02-25T13:04:57.551" v="1562" actId="27636"/>
          <ac:spMkLst>
            <pc:docMk/>
            <pc:sldMk cId="3214682117" sldId="258"/>
            <ac:spMk id="4" creationId="{798941A2-25A2-90E4-3D0A-6EFD7BCBD768}"/>
          </ac:spMkLst>
        </pc:spChg>
        <pc:spChg chg="mod">
          <ac:chgData name="Lars Lundberg" userId="2df479a7-79f3-4063-8e5b-fb2f29919dbd" providerId="ADAL" clId="{EBEF3CBA-3F0B-4DDA-AE30-9610E01D7C19}" dt="2025-02-24T14:18:35.964" v="297" actId="20577"/>
          <ac:spMkLst>
            <pc:docMk/>
            <pc:sldMk cId="3214682117" sldId="258"/>
            <ac:spMk id="5" creationId="{42F37373-13AC-139A-5426-FD85E5B80A21}"/>
          </ac:spMkLst>
        </pc:spChg>
        <pc:spChg chg="mod">
          <ac:chgData name="Lars Lundberg" userId="2df479a7-79f3-4063-8e5b-fb2f29919dbd" providerId="ADAL" clId="{EBEF3CBA-3F0B-4DDA-AE30-9610E01D7C19}" dt="2025-02-25T13:04:57.551" v="1561" actId="27636"/>
          <ac:spMkLst>
            <pc:docMk/>
            <pc:sldMk cId="3214682117" sldId="258"/>
            <ac:spMk id="6" creationId="{4E272C19-996D-3AB1-5170-CC6C2D59AEAB}"/>
          </ac:spMkLst>
        </pc:spChg>
      </pc:sldChg>
      <pc:sldChg chg="new del">
        <pc:chgData name="Lars Lundberg" userId="2df479a7-79f3-4063-8e5b-fb2f29919dbd" providerId="ADAL" clId="{EBEF3CBA-3F0B-4DDA-AE30-9610E01D7C19}" dt="2025-02-25T07:21:17.522" v="532" actId="47"/>
        <pc:sldMkLst>
          <pc:docMk/>
          <pc:sldMk cId="3351783327" sldId="259"/>
        </pc:sldMkLst>
      </pc:sldChg>
      <pc:sldChg chg="addSp delSp modSp new del mod">
        <pc:chgData name="Lars Lundberg" userId="2df479a7-79f3-4063-8e5b-fb2f29919dbd" providerId="ADAL" clId="{EBEF3CBA-3F0B-4DDA-AE30-9610E01D7C19}" dt="2025-02-25T12:20:55.412" v="1548" actId="47"/>
        <pc:sldMkLst>
          <pc:docMk/>
          <pc:sldMk cId="4235045838" sldId="260"/>
        </pc:sldMkLst>
      </pc:sldChg>
      <pc:sldChg chg="modSp new mod">
        <pc:chgData name="Lars Lundberg" userId="2df479a7-79f3-4063-8e5b-fb2f29919dbd" providerId="ADAL" clId="{EBEF3CBA-3F0B-4DDA-AE30-9610E01D7C19}" dt="2025-02-25T12:17:20.172" v="1488" actId="13926"/>
        <pc:sldMkLst>
          <pc:docMk/>
          <pc:sldMk cId="1944447278" sldId="261"/>
        </pc:sldMkLst>
        <pc:spChg chg="mod">
          <ac:chgData name="Lars Lundberg" userId="2df479a7-79f3-4063-8e5b-fb2f29919dbd" providerId="ADAL" clId="{EBEF3CBA-3F0B-4DDA-AE30-9610E01D7C19}" dt="2025-02-25T07:20:13.217" v="517" actId="20577"/>
          <ac:spMkLst>
            <pc:docMk/>
            <pc:sldMk cId="1944447278" sldId="261"/>
            <ac:spMk id="2" creationId="{01307F30-DAB7-6DBE-5146-F56D31A45A71}"/>
          </ac:spMkLst>
        </pc:spChg>
        <pc:spChg chg="mod">
          <ac:chgData name="Lars Lundberg" userId="2df479a7-79f3-4063-8e5b-fb2f29919dbd" providerId="ADAL" clId="{EBEF3CBA-3F0B-4DDA-AE30-9610E01D7C19}" dt="2025-02-25T12:17:20.172" v="1488" actId="13926"/>
          <ac:spMkLst>
            <pc:docMk/>
            <pc:sldMk cId="1944447278" sldId="261"/>
            <ac:spMk id="3" creationId="{2C9BE88D-7977-74F0-CAAC-8A65E64A6327}"/>
          </ac:spMkLst>
        </pc:spChg>
        <pc:spChg chg="mod">
          <ac:chgData name="Lars Lundberg" userId="2df479a7-79f3-4063-8e5b-fb2f29919dbd" providerId="ADAL" clId="{EBEF3CBA-3F0B-4DDA-AE30-9610E01D7C19}" dt="2025-02-25T12:16:53.687" v="1487" actId="13926"/>
          <ac:spMkLst>
            <pc:docMk/>
            <pc:sldMk cId="1944447278" sldId="261"/>
            <ac:spMk id="4" creationId="{9ABA2752-11DA-3BDD-02DC-E5B514044854}"/>
          </ac:spMkLst>
        </pc:spChg>
      </pc:sldChg>
      <pc:sldChg chg="addSp delSp modSp add mod ord">
        <pc:chgData name="Lars Lundberg" userId="2df479a7-79f3-4063-8e5b-fb2f29919dbd" providerId="ADAL" clId="{EBEF3CBA-3F0B-4DDA-AE30-9610E01D7C19}" dt="2025-02-25T09:07:32.123" v="1081" actId="14100"/>
        <pc:sldMkLst>
          <pc:docMk/>
          <pc:sldMk cId="3288021730" sldId="262"/>
        </pc:sldMkLst>
        <pc:spChg chg="mod">
          <ac:chgData name="Lars Lundberg" userId="2df479a7-79f3-4063-8e5b-fb2f29919dbd" providerId="ADAL" clId="{EBEF3CBA-3F0B-4DDA-AE30-9610E01D7C19}" dt="2025-02-25T09:07:32.123" v="1081" actId="14100"/>
          <ac:spMkLst>
            <pc:docMk/>
            <pc:sldMk cId="3288021730" sldId="262"/>
            <ac:spMk id="4" creationId="{395382A5-9A3A-8FAF-8A69-F4956E3392AB}"/>
          </ac:spMkLst>
        </pc:spChg>
        <pc:spChg chg="mod">
          <ac:chgData name="Lars Lundberg" userId="2df479a7-79f3-4063-8e5b-fb2f29919dbd" providerId="ADAL" clId="{EBEF3CBA-3F0B-4DDA-AE30-9610E01D7C19}" dt="2025-02-25T08:56:57.263" v="868" actId="13926"/>
          <ac:spMkLst>
            <pc:docMk/>
            <pc:sldMk cId="3288021730" sldId="262"/>
            <ac:spMk id="6" creationId="{A91D0795-F0A2-79B6-C486-BFF7C3EAD1E4}"/>
          </ac:spMkLst>
        </pc:spChg>
        <pc:spChg chg="add mod">
          <ac:chgData name="Lars Lundberg" userId="2df479a7-79f3-4063-8e5b-fb2f29919dbd" providerId="ADAL" clId="{EBEF3CBA-3F0B-4DDA-AE30-9610E01D7C19}" dt="2025-02-25T09:05:26.733" v="1066" actId="27636"/>
          <ac:spMkLst>
            <pc:docMk/>
            <pc:sldMk cId="3288021730" sldId="262"/>
            <ac:spMk id="10" creationId="{2F083FD8-E8D0-6DAA-A217-C067D893D89D}"/>
          </ac:spMkLst>
        </pc:spChg>
      </pc:sldChg>
      <pc:sldChg chg="modSp add mod">
        <pc:chgData name="Lars Lundberg" userId="2df479a7-79f3-4063-8e5b-fb2f29919dbd" providerId="ADAL" clId="{EBEF3CBA-3F0B-4DDA-AE30-9610E01D7C19}" dt="2025-03-07T09:44:12.771" v="2229" actId="20577"/>
        <pc:sldMkLst>
          <pc:docMk/>
          <pc:sldMk cId="4277218951" sldId="263"/>
        </pc:sldMkLst>
        <pc:spChg chg="mod">
          <ac:chgData name="Lars Lundberg" userId="2df479a7-79f3-4063-8e5b-fb2f29919dbd" providerId="ADAL" clId="{EBEF3CBA-3F0B-4DDA-AE30-9610E01D7C19}" dt="2025-03-07T09:44:12.771" v="2229" actId="20577"/>
          <ac:spMkLst>
            <pc:docMk/>
            <pc:sldMk cId="4277218951" sldId="263"/>
            <ac:spMk id="4" creationId="{BAD87A95-67D5-FF9E-6E81-5B6ECBC26FC4}"/>
          </ac:spMkLst>
        </pc:spChg>
        <pc:spChg chg="mod">
          <ac:chgData name="Lars Lundberg" userId="2df479a7-79f3-4063-8e5b-fb2f29919dbd" providerId="ADAL" clId="{EBEF3CBA-3F0B-4DDA-AE30-9610E01D7C19}" dt="2025-02-25T13:04:39.181" v="1554" actId="27636"/>
          <ac:spMkLst>
            <pc:docMk/>
            <pc:sldMk cId="4277218951" sldId="263"/>
            <ac:spMk id="6" creationId="{5C03171B-54E3-1B54-C309-5A36D176EB26}"/>
          </ac:spMkLst>
        </pc:spChg>
      </pc:sldChg>
      <pc:sldChg chg="modSp add mod">
        <pc:chgData name="Lars Lundberg" userId="2df479a7-79f3-4063-8e5b-fb2f29919dbd" providerId="ADAL" clId="{EBEF3CBA-3F0B-4DDA-AE30-9610E01D7C19}" dt="2025-02-25T09:25:31.635" v="1221" actId="20577"/>
        <pc:sldMkLst>
          <pc:docMk/>
          <pc:sldMk cId="3104120739" sldId="264"/>
        </pc:sldMkLst>
        <pc:spChg chg="mod">
          <ac:chgData name="Lars Lundberg" userId="2df479a7-79f3-4063-8e5b-fb2f29919dbd" providerId="ADAL" clId="{EBEF3CBA-3F0B-4DDA-AE30-9610E01D7C19}" dt="2025-02-25T09:25:31.635" v="1221" actId="20577"/>
          <ac:spMkLst>
            <pc:docMk/>
            <pc:sldMk cId="3104120739" sldId="264"/>
            <ac:spMk id="4" creationId="{D670B80B-A11F-B9E7-AC91-49A5CC63B4ED}"/>
          </ac:spMkLst>
        </pc:spChg>
        <pc:spChg chg="mod">
          <ac:chgData name="Lars Lundberg" userId="2df479a7-79f3-4063-8e5b-fb2f29919dbd" providerId="ADAL" clId="{EBEF3CBA-3F0B-4DDA-AE30-9610E01D7C19}" dt="2025-02-25T09:06:17.092" v="1069" actId="13926"/>
          <ac:spMkLst>
            <pc:docMk/>
            <pc:sldMk cId="3104120739" sldId="264"/>
            <ac:spMk id="6" creationId="{F95A7ADF-180E-8966-ECF1-14417C82479F}"/>
          </ac:spMkLst>
        </pc:spChg>
      </pc:sldChg>
      <pc:sldChg chg="modSp add mod">
        <pc:chgData name="Lars Lundberg" userId="2df479a7-79f3-4063-8e5b-fb2f29919dbd" providerId="ADAL" clId="{EBEF3CBA-3F0B-4DDA-AE30-9610E01D7C19}" dt="2025-02-25T09:25:41.034" v="1223" actId="20577"/>
        <pc:sldMkLst>
          <pc:docMk/>
          <pc:sldMk cId="3223429924" sldId="265"/>
        </pc:sldMkLst>
        <pc:spChg chg="mod">
          <ac:chgData name="Lars Lundberg" userId="2df479a7-79f3-4063-8e5b-fb2f29919dbd" providerId="ADAL" clId="{EBEF3CBA-3F0B-4DDA-AE30-9610E01D7C19}" dt="2025-02-25T09:25:41.034" v="1223" actId="20577"/>
          <ac:spMkLst>
            <pc:docMk/>
            <pc:sldMk cId="3223429924" sldId="265"/>
            <ac:spMk id="4" creationId="{EE0F89F1-59F8-C6D8-D49A-8D8ABE96E66D}"/>
          </ac:spMkLst>
        </pc:spChg>
        <pc:spChg chg="mod">
          <ac:chgData name="Lars Lundberg" userId="2df479a7-79f3-4063-8e5b-fb2f29919dbd" providerId="ADAL" clId="{EBEF3CBA-3F0B-4DDA-AE30-9610E01D7C19}" dt="2025-02-25T09:09:25.125" v="1089" actId="13926"/>
          <ac:spMkLst>
            <pc:docMk/>
            <pc:sldMk cId="3223429924" sldId="265"/>
            <ac:spMk id="6" creationId="{C558E3A3-8085-E85D-D50B-9889BEAD21CA}"/>
          </ac:spMkLst>
        </pc:spChg>
      </pc:sldChg>
      <pc:sldChg chg="modSp add mod">
        <pc:chgData name="Lars Lundberg" userId="2df479a7-79f3-4063-8e5b-fb2f29919dbd" providerId="ADAL" clId="{EBEF3CBA-3F0B-4DDA-AE30-9610E01D7C19}" dt="2025-02-25T09:25:53.965" v="1225" actId="20577"/>
        <pc:sldMkLst>
          <pc:docMk/>
          <pc:sldMk cId="1717552124" sldId="266"/>
        </pc:sldMkLst>
        <pc:spChg chg="mod">
          <ac:chgData name="Lars Lundberg" userId="2df479a7-79f3-4063-8e5b-fb2f29919dbd" providerId="ADAL" clId="{EBEF3CBA-3F0B-4DDA-AE30-9610E01D7C19}" dt="2025-02-25T09:25:53.965" v="1225" actId="20577"/>
          <ac:spMkLst>
            <pc:docMk/>
            <pc:sldMk cId="1717552124" sldId="266"/>
            <ac:spMk id="4" creationId="{F517CE15-939F-44C3-3191-A11AB79C82D8}"/>
          </ac:spMkLst>
        </pc:spChg>
        <pc:spChg chg="mod">
          <ac:chgData name="Lars Lundberg" userId="2df479a7-79f3-4063-8e5b-fb2f29919dbd" providerId="ADAL" clId="{EBEF3CBA-3F0B-4DDA-AE30-9610E01D7C19}" dt="2025-02-25T09:10:18.784" v="1094" actId="13926"/>
          <ac:spMkLst>
            <pc:docMk/>
            <pc:sldMk cId="1717552124" sldId="266"/>
            <ac:spMk id="6" creationId="{63D943A4-0DAD-A98B-65EA-C4DF13BF1AED}"/>
          </ac:spMkLst>
        </pc:spChg>
      </pc:sldChg>
      <pc:sldChg chg="modSp add mod">
        <pc:chgData name="Lars Lundberg" userId="2df479a7-79f3-4063-8e5b-fb2f29919dbd" providerId="ADAL" clId="{EBEF3CBA-3F0B-4DDA-AE30-9610E01D7C19}" dt="2025-02-25T09:26:03.925" v="1227" actId="20577"/>
        <pc:sldMkLst>
          <pc:docMk/>
          <pc:sldMk cId="997541000" sldId="267"/>
        </pc:sldMkLst>
        <pc:spChg chg="mod">
          <ac:chgData name="Lars Lundberg" userId="2df479a7-79f3-4063-8e5b-fb2f29919dbd" providerId="ADAL" clId="{EBEF3CBA-3F0B-4DDA-AE30-9610E01D7C19}" dt="2025-02-25T09:26:03.925" v="1227" actId="20577"/>
          <ac:spMkLst>
            <pc:docMk/>
            <pc:sldMk cId="997541000" sldId="267"/>
            <ac:spMk id="4" creationId="{5D6D1E64-C898-43A8-387F-5C8CE049E25D}"/>
          </ac:spMkLst>
        </pc:spChg>
        <pc:spChg chg="mod">
          <ac:chgData name="Lars Lundberg" userId="2df479a7-79f3-4063-8e5b-fb2f29919dbd" providerId="ADAL" clId="{EBEF3CBA-3F0B-4DDA-AE30-9610E01D7C19}" dt="2025-02-25T09:13:35.573" v="1105" actId="13926"/>
          <ac:spMkLst>
            <pc:docMk/>
            <pc:sldMk cId="997541000" sldId="267"/>
            <ac:spMk id="6" creationId="{624FDDE0-F720-3B08-83CA-01A23CF173CB}"/>
          </ac:spMkLst>
        </pc:spChg>
      </pc:sldChg>
      <pc:sldChg chg="modSp add mod">
        <pc:chgData name="Lars Lundberg" userId="2df479a7-79f3-4063-8e5b-fb2f29919dbd" providerId="ADAL" clId="{EBEF3CBA-3F0B-4DDA-AE30-9610E01D7C19}" dt="2025-02-25T09:26:10.924" v="1229" actId="20577"/>
        <pc:sldMkLst>
          <pc:docMk/>
          <pc:sldMk cId="2107529057" sldId="268"/>
        </pc:sldMkLst>
        <pc:spChg chg="mod">
          <ac:chgData name="Lars Lundberg" userId="2df479a7-79f3-4063-8e5b-fb2f29919dbd" providerId="ADAL" clId="{EBEF3CBA-3F0B-4DDA-AE30-9610E01D7C19}" dt="2025-02-25T09:26:10.924" v="1229" actId="20577"/>
          <ac:spMkLst>
            <pc:docMk/>
            <pc:sldMk cId="2107529057" sldId="268"/>
            <ac:spMk id="4" creationId="{33516D32-F7BC-1AE5-00BB-8B6E3204FE95}"/>
          </ac:spMkLst>
        </pc:spChg>
        <pc:spChg chg="mod">
          <ac:chgData name="Lars Lundberg" userId="2df479a7-79f3-4063-8e5b-fb2f29919dbd" providerId="ADAL" clId="{EBEF3CBA-3F0B-4DDA-AE30-9610E01D7C19}" dt="2025-02-25T09:14:42.374" v="1124" actId="13926"/>
          <ac:spMkLst>
            <pc:docMk/>
            <pc:sldMk cId="2107529057" sldId="268"/>
            <ac:spMk id="6" creationId="{1B989DC6-E8A9-70A7-9E29-9379EE4F4F0F}"/>
          </ac:spMkLst>
        </pc:spChg>
      </pc:sldChg>
      <pc:sldChg chg="modSp add mod">
        <pc:chgData name="Lars Lundberg" userId="2df479a7-79f3-4063-8e5b-fb2f29919dbd" providerId="ADAL" clId="{EBEF3CBA-3F0B-4DDA-AE30-9610E01D7C19}" dt="2025-02-25T09:26:24.145" v="1231" actId="20577"/>
        <pc:sldMkLst>
          <pc:docMk/>
          <pc:sldMk cId="146399596" sldId="269"/>
        </pc:sldMkLst>
        <pc:spChg chg="mod">
          <ac:chgData name="Lars Lundberg" userId="2df479a7-79f3-4063-8e5b-fb2f29919dbd" providerId="ADAL" clId="{EBEF3CBA-3F0B-4DDA-AE30-9610E01D7C19}" dt="2025-02-25T09:26:24.145" v="1231" actId="20577"/>
          <ac:spMkLst>
            <pc:docMk/>
            <pc:sldMk cId="146399596" sldId="269"/>
            <ac:spMk id="4" creationId="{6F1C0527-750C-4408-D5FE-55445B12D52B}"/>
          </ac:spMkLst>
        </pc:spChg>
        <pc:spChg chg="mod">
          <ac:chgData name="Lars Lundberg" userId="2df479a7-79f3-4063-8e5b-fb2f29919dbd" providerId="ADAL" clId="{EBEF3CBA-3F0B-4DDA-AE30-9610E01D7C19}" dt="2025-02-25T09:15:32.911" v="1127" actId="13926"/>
          <ac:spMkLst>
            <pc:docMk/>
            <pc:sldMk cId="146399596" sldId="269"/>
            <ac:spMk id="6" creationId="{BC91FDBC-1CE7-84F9-0946-C1BEFA4B8ADD}"/>
          </ac:spMkLst>
        </pc:spChg>
      </pc:sldChg>
      <pc:sldChg chg="modSp add mod">
        <pc:chgData name="Lars Lundberg" userId="2df479a7-79f3-4063-8e5b-fb2f29919dbd" providerId="ADAL" clId="{EBEF3CBA-3F0B-4DDA-AE30-9610E01D7C19}" dt="2025-02-25T09:26:59.001" v="1236" actId="20577"/>
        <pc:sldMkLst>
          <pc:docMk/>
          <pc:sldMk cId="2355743258" sldId="270"/>
        </pc:sldMkLst>
        <pc:spChg chg="mod">
          <ac:chgData name="Lars Lundberg" userId="2df479a7-79f3-4063-8e5b-fb2f29919dbd" providerId="ADAL" clId="{EBEF3CBA-3F0B-4DDA-AE30-9610E01D7C19}" dt="2025-02-25T09:26:59.001" v="1236" actId="20577"/>
          <ac:spMkLst>
            <pc:docMk/>
            <pc:sldMk cId="2355743258" sldId="270"/>
            <ac:spMk id="4" creationId="{C48B4C2B-F259-AA8B-9AAD-B0A8AAAE1085}"/>
          </ac:spMkLst>
        </pc:spChg>
        <pc:spChg chg="mod">
          <ac:chgData name="Lars Lundberg" userId="2df479a7-79f3-4063-8e5b-fb2f29919dbd" providerId="ADAL" clId="{EBEF3CBA-3F0B-4DDA-AE30-9610E01D7C19}" dt="2025-02-25T09:16:45.832" v="1131" actId="13926"/>
          <ac:spMkLst>
            <pc:docMk/>
            <pc:sldMk cId="2355743258" sldId="270"/>
            <ac:spMk id="6" creationId="{7E30AE77-D9C0-F514-CB18-5891E74C4C8B}"/>
          </ac:spMkLst>
        </pc:spChg>
        <pc:spChg chg="mod">
          <ac:chgData name="Lars Lundberg" userId="2df479a7-79f3-4063-8e5b-fb2f29919dbd" providerId="ADAL" clId="{EBEF3CBA-3F0B-4DDA-AE30-9610E01D7C19}" dt="2025-02-25T09:21:02.843" v="1191" actId="20577"/>
          <ac:spMkLst>
            <pc:docMk/>
            <pc:sldMk cId="2355743258" sldId="270"/>
            <ac:spMk id="10" creationId="{A88CFE57-8406-BF1B-6F16-C21EDD68455E}"/>
          </ac:spMkLst>
        </pc:spChg>
      </pc:sldChg>
      <pc:sldChg chg="modSp add mod">
        <pc:chgData name="Lars Lundberg" userId="2df479a7-79f3-4063-8e5b-fb2f29919dbd" providerId="ADAL" clId="{EBEF3CBA-3F0B-4DDA-AE30-9610E01D7C19}" dt="2025-02-25T09:27:34.403" v="1243" actId="20577"/>
        <pc:sldMkLst>
          <pc:docMk/>
          <pc:sldMk cId="108817217" sldId="271"/>
        </pc:sldMkLst>
        <pc:spChg chg="mod">
          <ac:chgData name="Lars Lundberg" userId="2df479a7-79f3-4063-8e5b-fb2f29919dbd" providerId="ADAL" clId="{EBEF3CBA-3F0B-4DDA-AE30-9610E01D7C19}" dt="2025-02-25T09:27:34.403" v="1243" actId="20577"/>
          <ac:spMkLst>
            <pc:docMk/>
            <pc:sldMk cId="108817217" sldId="271"/>
            <ac:spMk id="4" creationId="{6EAB3DC2-3383-AD6C-99AF-9DBBADDE4E1B}"/>
          </ac:spMkLst>
        </pc:spChg>
        <pc:spChg chg="mod">
          <ac:chgData name="Lars Lundberg" userId="2df479a7-79f3-4063-8e5b-fb2f29919dbd" providerId="ADAL" clId="{EBEF3CBA-3F0B-4DDA-AE30-9610E01D7C19}" dt="2025-02-25T09:22:35.271" v="1194" actId="13926"/>
          <ac:spMkLst>
            <pc:docMk/>
            <pc:sldMk cId="108817217" sldId="271"/>
            <ac:spMk id="6" creationId="{D4B7116C-5C3A-D72E-7491-B80E498BABB2}"/>
          </ac:spMkLst>
        </pc:spChg>
      </pc:sldChg>
      <pc:sldChg chg="modSp add mod">
        <pc:chgData name="Lars Lundberg" userId="2df479a7-79f3-4063-8e5b-fb2f29919dbd" providerId="ADAL" clId="{EBEF3CBA-3F0B-4DDA-AE30-9610E01D7C19}" dt="2025-02-25T09:28:24.995" v="1252" actId="20577"/>
        <pc:sldMkLst>
          <pc:docMk/>
          <pc:sldMk cId="4242900257" sldId="272"/>
        </pc:sldMkLst>
        <pc:spChg chg="mod">
          <ac:chgData name="Lars Lundberg" userId="2df479a7-79f3-4063-8e5b-fb2f29919dbd" providerId="ADAL" clId="{EBEF3CBA-3F0B-4DDA-AE30-9610E01D7C19}" dt="2025-02-25T09:28:24.995" v="1252" actId="20577"/>
          <ac:spMkLst>
            <pc:docMk/>
            <pc:sldMk cId="4242900257" sldId="272"/>
            <ac:spMk id="4" creationId="{DF2E5E98-1D2E-CD66-50F9-24E29F4D0991}"/>
          </ac:spMkLst>
        </pc:spChg>
        <pc:spChg chg="mod">
          <ac:chgData name="Lars Lundberg" userId="2df479a7-79f3-4063-8e5b-fb2f29919dbd" providerId="ADAL" clId="{EBEF3CBA-3F0B-4DDA-AE30-9610E01D7C19}" dt="2025-02-25T09:24:03.985" v="1216" actId="13926"/>
          <ac:spMkLst>
            <pc:docMk/>
            <pc:sldMk cId="4242900257" sldId="272"/>
            <ac:spMk id="6" creationId="{799A5EF6-E15F-49F9-8317-37F987B3AE2E}"/>
          </ac:spMkLst>
        </pc:spChg>
      </pc:sldChg>
      <pc:sldChg chg="modSp add mod">
        <pc:chgData name="Lars Lundberg" userId="2df479a7-79f3-4063-8e5b-fb2f29919dbd" providerId="ADAL" clId="{EBEF3CBA-3F0B-4DDA-AE30-9610E01D7C19}" dt="2025-02-25T09:28:49.411" v="1255" actId="13926"/>
        <pc:sldMkLst>
          <pc:docMk/>
          <pc:sldMk cId="1148552597" sldId="273"/>
        </pc:sldMkLst>
        <pc:spChg chg="mod">
          <ac:chgData name="Lars Lundberg" userId="2df479a7-79f3-4063-8e5b-fb2f29919dbd" providerId="ADAL" clId="{EBEF3CBA-3F0B-4DDA-AE30-9610E01D7C19}" dt="2025-02-25T09:28:49.411" v="1255" actId="13926"/>
          <ac:spMkLst>
            <pc:docMk/>
            <pc:sldMk cId="1148552597" sldId="273"/>
            <ac:spMk id="6" creationId="{F62A2345-8B73-30C1-73E5-FB7984B2C838}"/>
          </ac:spMkLst>
        </pc:spChg>
      </pc:sldChg>
      <pc:sldChg chg="modSp add mod">
        <pc:chgData name="Lars Lundberg" userId="2df479a7-79f3-4063-8e5b-fb2f29919dbd" providerId="ADAL" clId="{EBEF3CBA-3F0B-4DDA-AE30-9610E01D7C19}" dt="2025-02-25T09:29:41.148" v="1258" actId="13926"/>
        <pc:sldMkLst>
          <pc:docMk/>
          <pc:sldMk cId="735462054" sldId="274"/>
        </pc:sldMkLst>
        <pc:spChg chg="mod">
          <ac:chgData name="Lars Lundberg" userId="2df479a7-79f3-4063-8e5b-fb2f29919dbd" providerId="ADAL" clId="{EBEF3CBA-3F0B-4DDA-AE30-9610E01D7C19}" dt="2025-02-25T09:29:41.148" v="1258" actId="13926"/>
          <ac:spMkLst>
            <pc:docMk/>
            <pc:sldMk cId="735462054" sldId="274"/>
            <ac:spMk id="6" creationId="{B35F1E22-1E44-C342-9B50-8DAA84622A36}"/>
          </ac:spMkLst>
        </pc:spChg>
      </pc:sldChg>
      <pc:sldChg chg="modSp add mod">
        <pc:chgData name="Lars Lundberg" userId="2df479a7-79f3-4063-8e5b-fb2f29919dbd" providerId="ADAL" clId="{EBEF3CBA-3F0B-4DDA-AE30-9610E01D7C19}" dt="2025-02-25T09:30:09.256" v="1261" actId="13926"/>
        <pc:sldMkLst>
          <pc:docMk/>
          <pc:sldMk cId="3722680533" sldId="275"/>
        </pc:sldMkLst>
        <pc:spChg chg="mod">
          <ac:chgData name="Lars Lundberg" userId="2df479a7-79f3-4063-8e5b-fb2f29919dbd" providerId="ADAL" clId="{EBEF3CBA-3F0B-4DDA-AE30-9610E01D7C19}" dt="2025-02-25T09:30:09.256" v="1261" actId="13926"/>
          <ac:spMkLst>
            <pc:docMk/>
            <pc:sldMk cId="3722680533" sldId="275"/>
            <ac:spMk id="6" creationId="{335BAEE9-E302-4DBB-1186-450538C060B4}"/>
          </ac:spMkLst>
        </pc:spChg>
      </pc:sldChg>
      <pc:sldChg chg="modSp add mod">
        <pc:chgData name="Lars Lundberg" userId="2df479a7-79f3-4063-8e5b-fb2f29919dbd" providerId="ADAL" clId="{EBEF3CBA-3F0B-4DDA-AE30-9610E01D7C19}" dt="2025-02-25T09:31:00.919" v="1265" actId="20577"/>
        <pc:sldMkLst>
          <pc:docMk/>
          <pc:sldMk cId="2466948073" sldId="276"/>
        </pc:sldMkLst>
        <pc:spChg chg="mod">
          <ac:chgData name="Lars Lundberg" userId="2df479a7-79f3-4063-8e5b-fb2f29919dbd" providerId="ADAL" clId="{EBEF3CBA-3F0B-4DDA-AE30-9610E01D7C19}" dt="2025-02-25T09:31:00.919" v="1265" actId="20577"/>
          <ac:spMkLst>
            <pc:docMk/>
            <pc:sldMk cId="2466948073" sldId="276"/>
            <ac:spMk id="4" creationId="{B6132D7F-F086-D6EE-C39C-0FBBC48D5207}"/>
          </ac:spMkLst>
        </pc:spChg>
        <pc:spChg chg="mod">
          <ac:chgData name="Lars Lundberg" userId="2df479a7-79f3-4063-8e5b-fb2f29919dbd" providerId="ADAL" clId="{EBEF3CBA-3F0B-4DDA-AE30-9610E01D7C19}" dt="2025-02-25T09:30:51.737" v="1264" actId="13926"/>
          <ac:spMkLst>
            <pc:docMk/>
            <pc:sldMk cId="2466948073" sldId="276"/>
            <ac:spMk id="6" creationId="{0847DB0E-91CE-121F-E90E-C7D94A85762E}"/>
          </ac:spMkLst>
        </pc:spChg>
      </pc:sldChg>
      <pc:sldChg chg="modSp add mod">
        <pc:chgData name="Lars Lundberg" userId="2df479a7-79f3-4063-8e5b-fb2f29919dbd" providerId="ADAL" clId="{EBEF3CBA-3F0B-4DDA-AE30-9610E01D7C19}" dt="2025-02-25T09:33:32.889" v="1289" actId="20577"/>
        <pc:sldMkLst>
          <pc:docMk/>
          <pc:sldMk cId="2771342882" sldId="277"/>
        </pc:sldMkLst>
        <pc:spChg chg="mod">
          <ac:chgData name="Lars Lundberg" userId="2df479a7-79f3-4063-8e5b-fb2f29919dbd" providerId="ADAL" clId="{EBEF3CBA-3F0B-4DDA-AE30-9610E01D7C19}" dt="2025-02-25T09:33:32.889" v="1289" actId="20577"/>
          <ac:spMkLst>
            <pc:docMk/>
            <pc:sldMk cId="2771342882" sldId="277"/>
            <ac:spMk id="4" creationId="{1DF1B927-9ECC-217F-1D9F-2C54E44FC6C0}"/>
          </ac:spMkLst>
        </pc:spChg>
        <pc:spChg chg="mod">
          <ac:chgData name="Lars Lundberg" userId="2df479a7-79f3-4063-8e5b-fb2f29919dbd" providerId="ADAL" clId="{EBEF3CBA-3F0B-4DDA-AE30-9610E01D7C19}" dt="2025-02-25T09:32:54.090" v="1268" actId="13926"/>
          <ac:spMkLst>
            <pc:docMk/>
            <pc:sldMk cId="2771342882" sldId="277"/>
            <ac:spMk id="6" creationId="{40F023E5-E04E-55A2-D0A9-8A47598528B7}"/>
          </ac:spMkLst>
        </pc:spChg>
        <pc:spChg chg="mod">
          <ac:chgData name="Lars Lundberg" userId="2df479a7-79f3-4063-8e5b-fb2f29919dbd" providerId="ADAL" clId="{EBEF3CBA-3F0B-4DDA-AE30-9610E01D7C19}" dt="2025-02-25T09:32:58.948" v="1273" actId="20577"/>
          <ac:spMkLst>
            <pc:docMk/>
            <pc:sldMk cId="2771342882" sldId="277"/>
            <ac:spMk id="10" creationId="{17A7AC3F-0A69-0A28-6F6E-1ED44373E2C7}"/>
          </ac:spMkLst>
        </pc:spChg>
      </pc:sldChg>
      <pc:sldChg chg="modSp add mod">
        <pc:chgData name="Lars Lundberg" userId="2df479a7-79f3-4063-8e5b-fb2f29919dbd" providerId="ADAL" clId="{EBEF3CBA-3F0B-4DDA-AE30-9610E01D7C19}" dt="2025-02-25T09:34:40.864" v="1314" actId="20577"/>
        <pc:sldMkLst>
          <pc:docMk/>
          <pc:sldMk cId="1874816797" sldId="278"/>
        </pc:sldMkLst>
        <pc:spChg chg="mod">
          <ac:chgData name="Lars Lundberg" userId="2df479a7-79f3-4063-8e5b-fb2f29919dbd" providerId="ADAL" clId="{EBEF3CBA-3F0B-4DDA-AE30-9610E01D7C19}" dt="2025-02-25T09:34:40.864" v="1314" actId="20577"/>
          <ac:spMkLst>
            <pc:docMk/>
            <pc:sldMk cId="1874816797" sldId="278"/>
            <ac:spMk id="4" creationId="{0C7CD61C-A426-7681-1FFA-215C2749FCA9}"/>
          </ac:spMkLst>
        </pc:spChg>
        <pc:spChg chg="mod">
          <ac:chgData name="Lars Lundberg" userId="2df479a7-79f3-4063-8e5b-fb2f29919dbd" providerId="ADAL" clId="{EBEF3CBA-3F0B-4DDA-AE30-9610E01D7C19}" dt="2025-02-25T09:34:07.086" v="1292" actId="13926"/>
          <ac:spMkLst>
            <pc:docMk/>
            <pc:sldMk cId="1874816797" sldId="278"/>
            <ac:spMk id="6" creationId="{56B04407-4855-CBEA-8FD7-D0DA437EB1B2}"/>
          </ac:spMkLst>
        </pc:spChg>
      </pc:sldChg>
      <pc:sldChg chg="modSp add mod">
        <pc:chgData name="Lars Lundberg" userId="2df479a7-79f3-4063-8e5b-fb2f29919dbd" providerId="ADAL" clId="{EBEF3CBA-3F0B-4DDA-AE30-9610E01D7C19}" dt="2025-02-25T09:35:38.609" v="1318" actId="20577"/>
        <pc:sldMkLst>
          <pc:docMk/>
          <pc:sldMk cId="4049189024" sldId="279"/>
        </pc:sldMkLst>
        <pc:spChg chg="mod">
          <ac:chgData name="Lars Lundberg" userId="2df479a7-79f3-4063-8e5b-fb2f29919dbd" providerId="ADAL" clId="{EBEF3CBA-3F0B-4DDA-AE30-9610E01D7C19}" dt="2025-02-25T09:35:38.609" v="1318" actId="20577"/>
          <ac:spMkLst>
            <pc:docMk/>
            <pc:sldMk cId="4049189024" sldId="279"/>
            <ac:spMk id="4" creationId="{6676BD4C-BD41-77BB-E4A0-27F67E2C24BA}"/>
          </ac:spMkLst>
        </pc:spChg>
        <pc:spChg chg="mod">
          <ac:chgData name="Lars Lundberg" userId="2df479a7-79f3-4063-8e5b-fb2f29919dbd" providerId="ADAL" clId="{EBEF3CBA-3F0B-4DDA-AE30-9610E01D7C19}" dt="2025-02-25T09:35:29.703" v="1317" actId="13926"/>
          <ac:spMkLst>
            <pc:docMk/>
            <pc:sldMk cId="4049189024" sldId="279"/>
            <ac:spMk id="6" creationId="{AA8B01C2-7953-DB95-ECE3-E2D80551E0DF}"/>
          </ac:spMkLst>
        </pc:spChg>
      </pc:sldChg>
      <pc:sldChg chg="modSp add mod">
        <pc:chgData name="Lars Lundberg" userId="2df479a7-79f3-4063-8e5b-fb2f29919dbd" providerId="ADAL" clId="{EBEF3CBA-3F0B-4DDA-AE30-9610E01D7C19}" dt="2025-02-25T09:36:17.342" v="1322" actId="13926"/>
        <pc:sldMkLst>
          <pc:docMk/>
          <pc:sldMk cId="3356518805" sldId="280"/>
        </pc:sldMkLst>
        <pc:spChg chg="mod">
          <ac:chgData name="Lars Lundberg" userId="2df479a7-79f3-4063-8e5b-fb2f29919dbd" providerId="ADAL" clId="{EBEF3CBA-3F0B-4DDA-AE30-9610E01D7C19}" dt="2025-02-25T09:36:17.342" v="1322" actId="13926"/>
          <ac:spMkLst>
            <pc:docMk/>
            <pc:sldMk cId="3356518805" sldId="280"/>
            <ac:spMk id="6" creationId="{2E60C39E-B7D0-27E4-1AFB-0568ADA678B9}"/>
          </ac:spMkLst>
        </pc:spChg>
      </pc:sldChg>
      <pc:sldChg chg="modSp add mod">
        <pc:chgData name="Lars Lundberg" userId="2df479a7-79f3-4063-8e5b-fb2f29919dbd" providerId="ADAL" clId="{EBEF3CBA-3F0B-4DDA-AE30-9610E01D7C19}" dt="2025-02-25T09:37:10.800" v="1325" actId="13926"/>
        <pc:sldMkLst>
          <pc:docMk/>
          <pc:sldMk cId="2995213205" sldId="281"/>
        </pc:sldMkLst>
        <pc:spChg chg="mod">
          <ac:chgData name="Lars Lundberg" userId="2df479a7-79f3-4063-8e5b-fb2f29919dbd" providerId="ADAL" clId="{EBEF3CBA-3F0B-4DDA-AE30-9610E01D7C19}" dt="2025-02-25T09:37:10.800" v="1325" actId="13926"/>
          <ac:spMkLst>
            <pc:docMk/>
            <pc:sldMk cId="2995213205" sldId="281"/>
            <ac:spMk id="6" creationId="{3197B8B6-224D-C657-3FBC-3904EA0880CA}"/>
          </ac:spMkLst>
        </pc:spChg>
      </pc:sldChg>
      <pc:sldChg chg="modSp add mod">
        <pc:chgData name="Lars Lundberg" userId="2df479a7-79f3-4063-8e5b-fb2f29919dbd" providerId="ADAL" clId="{EBEF3CBA-3F0B-4DDA-AE30-9610E01D7C19}" dt="2025-02-25T09:37:49.802" v="1328" actId="13926"/>
        <pc:sldMkLst>
          <pc:docMk/>
          <pc:sldMk cId="630320444" sldId="282"/>
        </pc:sldMkLst>
        <pc:spChg chg="mod">
          <ac:chgData name="Lars Lundberg" userId="2df479a7-79f3-4063-8e5b-fb2f29919dbd" providerId="ADAL" clId="{EBEF3CBA-3F0B-4DDA-AE30-9610E01D7C19}" dt="2025-02-25T09:37:49.802" v="1328" actId="13926"/>
          <ac:spMkLst>
            <pc:docMk/>
            <pc:sldMk cId="630320444" sldId="282"/>
            <ac:spMk id="6" creationId="{02FBE509-45CC-1B75-2ADD-E4BB4C3CA7AF}"/>
          </ac:spMkLst>
        </pc:spChg>
      </pc:sldChg>
      <pc:sldChg chg="modSp add mod">
        <pc:chgData name="Lars Lundberg" userId="2df479a7-79f3-4063-8e5b-fb2f29919dbd" providerId="ADAL" clId="{EBEF3CBA-3F0B-4DDA-AE30-9610E01D7C19}" dt="2025-02-25T09:38:23.320" v="1332" actId="20577"/>
        <pc:sldMkLst>
          <pc:docMk/>
          <pc:sldMk cId="3872939161" sldId="283"/>
        </pc:sldMkLst>
        <pc:spChg chg="mod">
          <ac:chgData name="Lars Lundberg" userId="2df479a7-79f3-4063-8e5b-fb2f29919dbd" providerId="ADAL" clId="{EBEF3CBA-3F0B-4DDA-AE30-9610E01D7C19}" dt="2025-02-25T09:38:23.320" v="1332" actId="20577"/>
          <ac:spMkLst>
            <pc:docMk/>
            <pc:sldMk cId="3872939161" sldId="283"/>
            <ac:spMk id="4" creationId="{752B02B1-C5D0-9E7B-4750-312E6F2DC0C7}"/>
          </ac:spMkLst>
        </pc:spChg>
        <pc:spChg chg="mod">
          <ac:chgData name="Lars Lundberg" userId="2df479a7-79f3-4063-8e5b-fb2f29919dbd" providerId="ADAL" clId="{EBEF3CBA-3F0B-4DDA-AE30-9610E01D7C19}" dt="2025-02-25T09:38:12.056" v="1331" actId="13926"/>
          <ac:spMkLst>
            <pc:docMk/>
            <pc:sldMk cId="3872939161" sldId="283"/>
            <ac:spMk id="6" creationId="{94A04B09-D514-36C0-1FC9-AD0917984726}"/>
          </ac:spMkLst>
        </pc:spChg>
      </pc:sldChg>
      <pc:sldChg chg="modSp add mod">
        <pc:chgData name="Lars Lundberg" userId="2df479a7-79f3-4063-8e5b-fb2f29919dbd" providerId="ADAL" clId="{EBEF3CBA-3F0B-4DDA-AE30-9610E01D7C19}" dt="2025-02-25T09:39:44.756" v="1358" actId="20577"/>
        <pc:sldMkLst>
          <pc:docMk/>
          <pc:sldMk cId="1300473493" sldId="284"/>
        </pc:sldMkLst>
        <pc:spChg chg="mod">
          <ac:chgData name="Lars Lundberg" userId="2df479a7-79f3-4063-8e5b-fb2f29919dbd" providerId="ADAL" clId="{EBEF3CBA-3F0B-4DDA-AE30-9610E01D7C19}" dt="2025-02-25T09:39:44.756" v="1358" actId="20577"/>
          <ac:spMkLst>
            <pc:docMk/>
            <pc:sldMk cId="1300473493" sldId="284"/>
            <ac:spMk id="4" creationId="{FEE2D52A-06DE-61C5-2A1E-124ABE1C0704}"/>
          </ac:spMkLst>
        </pc:spChg>
        <pc:spChg chg="mod">
          <ac:chgData name="Lars Lundberg" userId="2df479a7-79f3-4063-8e5b-fb2f29919dbd" providerId="ADAL" clId="{EBEF3CBA-3F0B-4DDA-AE30-9610E01D7C19}" dt="2025-02-25T09:39:05.576" v="1341" actId="13926"/>
          <ac:spMkLst>
            <pc:docMk/>
            <pc:sldMk cId="1300473493" sldId="284"/>
            <ac:spMk id="6" creationId="{11B067DA-9F48-ADC1-DED8-B6C05B7A9B18}"/>
          </ac:spMkLst>
        </pc:spChg>
        <pc:spChg chg="mod">
          <ac:chgData name="Lars Lundberg" userId="2df479a7-79f3-4063-8e5b-fb2f29919dbd" providerId="ADAL" clId="{EBEF3CBA-3F0B-4DDA-AE30-9610E01D7C19}" dt="2025-02-25T09:38:50.310" v="1339" actId="20577"/>
          <ac:spMkLst>
            <pc:docMk/>
            <pc:sldMk cId="1300473493" sldId="284"/>
            <ac:spMk id="10" creationId="{82877FE0-E36C-474D-4F13-DAE2CD9D7C21}"/>
          </ac:spMkLst>
        </pc:spChg>
      </pc:sldChg>
      <pc:sldChg chg="modSp add mod">
        <pc:chgData name="Lars Lundberg" userId="2df479a7-79f3-4063-8e5b-fb2f29919dbd" providerId="ADAL" clId="{EBEF3CBA-3F0B-4DDA-AE30-9610E01D7C19}" dt="2025-02-25T09:41:00.551" v="1383" actId="20577"/>
        <pc:sldMkLst>
          <pc:docMk/>
          <pc:sldMk cId="1918359227" sldId="285"/>
        </pc:sldMkLst>
        <pc:spChg chg="mod">
          <ac:chgData name="Lars Lundberg" userId="2df479a7-79f3-4063-8e5b-fb2f29919dbd" providerId="ADAL" clId="{EBEF3CBA-3F0B-4DDA-AE30-9610E01D7C19}" dt="2025-02-25T09:41:00.551" v="1383" actId="20577"/>
          <ac:spMkLst>
            <pc:docMk/>
            <pc:sldMk cId="1918359227" sldId="285"/>
            <ac:spMk id="4" creationId="{ADCBD080-681B-B0C9-DECE-0EBA5D1C5130}"/>
          </ac:spMkLst>
        </pc:spChg>
        <pc:spChg chg="mod">
          <ac:chgData name="Lars Lundberg" userId="2df479a7-79f3-4063-8e5b-fb2f29919dbd" providerId="ADAL" clId="{EBEF3CBA-3F0B-4DDA-AE30-9610E01D7C19}" dt="2025-02-25T09:40:14.809" v="1361" actId="13926"/>
          <ac:spMkLst>
            <pc:docMk/>
            <pc:sldMk cId="1918359227" sldId="285"/>
            <ac:spMk id="6" creationId="{842B6589-D845-ED70-1C18-22469A6924E5}"/>
          </ac:spMkLst>
        </pc:spChg>
      </pc:sldChg>
      <pc:sldChg chg="modSp add mod">
        <pc:chgData name="Lars Lundberg" userId="2df479a7-79f3-4063-8e5b-fb2f29919dbd" providerId="ADAL" clId="{EBEF3CBA-3F0B-4DDA-AE30-9610E01D7C19}" dt="2025-02-25T09:41:35.177" v="1387" actId="20577"/>
        <pc:sldMkLst>
          <pc:docMk/>
          <pc:sldMk cId="1749699803" sldId="286"/>
        </pc:sldMkLst>
        <pc:spChg chg="mod">
          <ac:chgData name="Lars Lundberg" userId="2df479a7-79f3-4063-8e5b-fb2f29919dbd" providerId="ADAL" clId="{EBEF3CBA-3F0B-4DDA-AE30-9610E01D7C19}" dt="2025-02-25T09:41:35.177" v="1387" actId="20577"/>
          <ac:spMkLst>
            <pc:docMk/>
            <pc:sldMk cId="1749699803" sldId="286"/>
            <ac:spMk id="4" creationId="{BF35C44F-8515-A0D2-1D47-F065667E48AB}"/>
          </ac:spMkLst>
        </pc:spChg>
        <pc:spChg chg="mod">
          <ac:chgData name="Lars Lundberg" userId="2df479a7-79f3-4063-8e5b-fb2f29919dbd" providerId="ADAL" clId="{EBEF3CBA-3F0B-4DDA-AE30-9610E01D7C19}" dt="2025-02-25T09:41:24.731" v="1386" actId="13926"/>
          <ac:spMkLst>
            <pc:docMk/>
            <pc:sldMk cId="1749699803" sldId="286"/>
            <ac:spMk id="6" creationId="{4EB9BD95-B881-F266-F326-7A71FCFC1435}"/>
          </ac:spMkLst>
        </pc:spChg>
      </pc:sldChg>
      <pc:sldChg chg="modSp add mod">
        <pc:chgData name="Lars Lundberg" userId="2df479a7-79f3-4063-8e5b-fb2f29919dbd" providerId="ADAL" clId="{EBEF3CBA-3F0B-4DDA-AE30-9610E01D7C19}" dt="2025-02-25T09:42:15.546" v="1390" actId="13926"/>
        <pc:sldMkLst>
          <pc:docMk/>
          <pc:sldMk cId="3634154403" sldId="287"/>
        </pc:sldMkLst>
        <pc:spChg chg="mod">
          <ac:chgData name="Lars Lundberg" userId="2df479a7-79f3-4063-8e5b-fb2f29919dbd" providerId="ADAL" clId="{EBEF3CBA-3F0B-4DDA-AE30-9610E01D7C19}" dt="2025-02-25T09:42:15.546" v="1390" actId="13926"/>
          <ac:spMkLst>
            <pc:docMk/>
            <pc:sldMk cId="3634154403" sldId="287"/>
            <ac:spMk id="6" creationId="{FCD20085-3E26-16FD-FC18-2DB7D28C6F80}"/>
          </ac:spMkLst>
        </pc:spChg>
      </pc:sldChg>
      <pc:sldChg chg="modSp add mod">
        <pc:chgData name="Lars Lundberg" userId="2df479a7-79f3-4063-8e5b-fb2f29919dbd" providerId="ADAL" clId="{EBEF3CBA-3F0B-4DDA-AE30-9610E01D7C19}" dt="2025-02-25T09:42:57.742" v="1395" actId="20577"/>
        <pc:sldMkLst>
          <pc:docMk/>
          <pc:sldMk cId="512700021" sldId="288"/>
        </pc:sldMkLst>
        <pc:spChg chg="mod">
          <ac:chgData name="Lars Lundberg" userId="2df479a7-79f3-4063-8e5b-fb2f29919dbd" providerId="ADAL" clId="{EBEF3CBA-3F0B-4DDA-AE30-9610E01D7C19}" dt="2025-02-25T09:42:57.742" v="1395" actId="20577"/>
          <ac:spMkLst>
            <pc:docMk/>
            <pc:sldMk cId="512700021" sldId="288"/>
            <ac:spMk id="4" creationId="{91ED8C00-E6CB-11BA-A901-25D8F78A4A77}"/>
          </ac:spMkLst>
        </pc:spChg>
        <pc:spChg chg="mod">
          <ac:chgData name="Lars Lundberg" userId="2df479a7-79f3-4063-8e5b-fb2f29919dbd" providerId="ADAL" clId="{EBEF3CBA-3F0B-4DDA-AE30-9610E01D7C19}" dt="2025-02-25T09:42:44.395" v="1394" actId="13926"/>
          <ac:spMkLst>
            <pc:docMk/>
            <pc:sldMk cId="512700021" sldId="288"/>
            <ac:spMk id="6" creationId="{BF3EA0FB-7907-149C-609E-96FF0AA41E43}"/>
          </ac:spMkLst>
        </pc:spChg>
      </pc:sldChg>
      <pc:sldChg chg="modSp add mod">
        <pc:chgData name="Lars Lundberg" userId="2df479a7-79f3-4063-8e5b-fb2f29919dbd" providerId="ADAL" clId="{EBEF3CBA-3F0B-4DDA-AE30-9610E01D7C19}" dt="2025-02-25T09:43:43.046" v="1398" actId="13926"/>
        <pc:sldMkLst>
          <pc:docMk/>
          <pc:sldMk cId="2001959297" sldId="289"/>
        </pc:sldMkLst>
        <pc:spChg chg="mod">
          <ac:chgData name="Lars Lundberg" userId="2df479a7-79f3-4063-8e5b-fb2f29919dbd" providerId="ADAL" clId="{EBEF3CBA-3F0B-4DDA-AE30-9610E01D7C19}" dt="2025-02-25T09:43:43.046" v="1398" actId="13926"/>
          <ac:spMkLst>
            <pc:docMk/>
            <pc:sldMk cId="2001959297" sldId="289"/>
            <ac:spMk id="6" creationId="{4D72F784-3A43-218E-15AF-3AB5FF75530C}"/>
          </ac:spMkLst>
        </pc:spChg>
      </pc:sldChg>
      <pc:sldChg chg="modSp add mod">
        <pc:chgData name="Lars Lundberg" userId="2df479a7-79f3-4063-8e5b-fb2f29919dbd" providerId="ADAL" clId="{EBEF3CBA-3F0B-4DDA-AE30-9610E01D7C19}" dt="2025-02-25T09:46:09.951" v="1407" actId="400"/>
        <pc:sldMkLst>
          <pc:docMk/>
          <pc:sldMk cId="872777670" sldId="290"/>
        </pc:sldMkLst>
        <pc:spChg chg="mod">
          <ac:chgData name="Lars Lundberg" userId="2df479a7-79f3-4063-8e5b-fb2f29919dbd" providerId="ADAL" clId="{EBEF3CBA-3F0B-4DDA-AE30-9610E01D7C19}" dt="2025-02-25T09:46:09.951" v="1407" actId="400"/>
          <ac:spMkLst>
            <pc:docMk/>
            <pc:sldMk cId="872777670" sldId="290"/>
            <ac:spMk id="4" creationId="{20DFF2EE-CF7D-A224-88B7-93C1844A94E8}"/>
          </ac:spMkLst>
        </pc:spChg>
        <pc:spChg chg="mod">
          <ac:chgData name="Lars Lundberg" userId="2df479a7-79f3-4063-8e5b-fb2f29919dbd" providerId="ADAL" clId="{EBEF3CBA-3F0B-4DDA-AE30-9610E01D7C19}" dt="2025-02-25T09:45:01.563" v="1403" actId="13926"/>
          <ac:spMkLst>
            <pc:docMk/>
            <pc:sldMk cId="872777670" sldId="290"/>
            <ac:spMk id="6" creationId="{8F118289-EBC5-0AFE-2E07-6610922D6930}"/>
          </ac:spMkLst>
        </pc:spChg>
      </pc:sldChg>
      <pc:sldChg chg="add del">
        <pc:chgData name="Lars Lundberg" userId="2df479a7-79f3-4063-8e5b-fb2f29919dbd" providerId="ADAL" clId="{EBEF3CBA-3F0B-4DDA-AE30-9610E01D7C19}" dt="2025-02-25T09:44:43.586" v="1400" actId="47"/>
        <pc:sldMkLst>
          <pc:docMk/>
          <pc:sldMk cId="1909596095" sldId="290"/>
        </pc:sldMkLst>
      </pc:sldChg>
      <pc:sldChg chg="modSp add mod">
        <pc:chgData name="Lars Lundberg" userId="2df479a7-79f3-4063-8e5b-fb2f29919dbd" providerId="ADAL" clId="{EBEF3CBA-3F0B-4DDA-AE30-9610E01D7C19}" dt="2025-02-25T09:49:29.014" v="1418" actId="20577"/>
        <pc:sldMkLst>
          <pc:docMk/>
          <pc:sldMk cId="3107758318" sldId="291"/>
        </pc:sldMkLst>
        <pc:spChg chg="mod">
          <ac:chgData name="Lars Lundberg" userId="2df479a7-79f3-4063-8e5b-fb2f29919dbd" providerId="ADAL" clId="{EBEF3CBA-3F0B-4DDA-AE30-9610E01D7C19}" dt="2025-02-25T09:48:43.568" v="1413" actId="400"/>
          <ac:spMkLst>
            <pc:docMk/>
            <pc:sldMk cId="3107758318" sldId="291"/>
            <ac:spMk id="4" creationId="{37062ABF-B66B-6A74-AC27-D4DF26C4B6DB}"/>
          </ac:spMkLst>
        </pc:spChg>
        <pc:spChg chg="mod">
          <ac:chgData name="Lars Lundberg" userId="2df479a7-79f3-4063-8e5b-fb2f29919dbd" providerId="ADAL" clId="{EBEF3CBA-3F0B-4DDA-AE30-9610E01D7C19}" dt="2025-02-25T09:48:20.550" v="1410" actId="13926"/>
          <ac:spMkLst>
            <pc:docMk/>
            <pc:sldMk cId="3107758318" sldId="291"/>
            <ac:spMk id="6" creationId="{842C1467-97C1-3B1E-0B97-8D7A8E25B7BD}"/>
          </ac:spMkLst>
        </pc:spChg>
        <pc:spChg chg="mod">
          <ac:chgData name="Lars Lundberg" userId="2df479a7-79f3-4063-8e5b-fb2f29919dbd" providerId="ADAL" clId="{EBEF3CBA-3F0B-4DDA-AE30-9610E01D7C19}" dt="2025-02-25T09:49:29.014" v="1418" actId="20577"/>
          <ac:spMkLst>
            <pc:docMk/>
            <pc:sldMk cId="3107758318" sldId="291"/>
            <ac:spMk id="10" creationId="{35CDC39F-CED2-7600-0F2F-BC5282575F34}"/>
          </ac:spMkLst>
        </pc:spChg>
      </pc:sldChg>
      <pc:sldChg chg="modSp add mod">
        <pc:chgData name="Lars Lundberg" userId="2df479a7-79f3-4063-8e5b-fb2f29919dbd" providerId="ADAL" clId="{EBEF3CBA-3F0B-4DDA-AE30-9610E01D7C19}" dt="2025-02-25T09:50:23.664" v="1422" actId="20577"/>
        <pc:sldMkLst>
          <pc:docMk/>
          <pc:sldMk cId="2434861373" sldId="292"/>
        </pc:sldMkLst>
        <pc:spChg chg="mod">
          <ac:chgData name="Lars Lundberg" userId="2df479a7-79f3-4063-8e5b-fb2f29919dbd" providerId="ADAL" clId="{EBEF3CBA-3F0B-4DDA-AE30-9610E01D7C19}" dt="2025-02-25T09:50:23.664" v="1422" actId="20577"/>
          <ac:spMkLst>
            <pc:docMk/>
            <pc:sldMk cId="2434861373" sldId="292"/>
            <ac:spMk id="4" creationId="{32968A8D-B9D6-4E72-6C50-C01AE6AEC7C0}"/>
          </ac:spMkLst>
        </pc:spChg>
        <pc:spChg chg="mod">
          <ac:chgData name="Lars Lundberg" userId="2df479a7-79f3-4063-8e5b-fb2f29919dbd" providerId="ADAL" clId="{EBEF3CBA-3F0B-4DDA-AE30-9610E01D7C19}" dt="2025-02-25T09:50:08.467" v="1421" actId="13926"/>
          <ac:spMkLst>
            <pc:docMk/>
            <pc:sldMk cId="2434861373" sldId="292"/>
            <ac:spMk id="6" creationId="{07EFA908-A2A2-4FFA-6F29-40F594818348}"/>
          </ac:spMkLst>
        </pc:spChg>
      </pc:sldChg>
      <pc:sldChg chg="modSp add mod">
        <pc:chgData name="Lars Lundberg" userId="2df479a7-79f3-4063-8e5b-fb2f29919dbd" providerId="ADAL" clId="{EBEF3CBA-3F0B-4DDA-AE30-9610E01D7C19}" dt="2025-02-25T09:52:37.528" v="1429" actId="400"/>
        <pc:sldMkLst>
          <pc:docMk/>
          <pc:sldMk cId="1206967949" sldId="293"/>
        </pc:sldMkLst>
        <pc:spChg chg="mod">
          <ac:chgData name="Lars Lundberg" userId="2df479a7-79f3-4063-8e5b-fb2f29919dbd" providerId="ADAL" clId="{EBEF3CBA-3F0B-4DDA-AE30-9610E01D7C19}" dt="2025-02-25T09:52:37.528" v="1429" actId="400"/>
          <ac:spMkLst>
            <pc:docMk/>
            <pc:sldMk cId="1206967949" sldId="293"/>
            <ac:spMk id="4" creationId="{86711217-43C7-62CF-6335-8C315FF63C5E}"/>
          </ac:spMkLst>
        </pc:spChg>
        <pc:spChg chg="mod">
          <ac:chgData name="Lars Lundberg" userId="2df479a7-79f3-4063-8e5b-fb2f29919dbd" providerId="ADAL" clId="{EBEF3CBA-3F0B-4DDA-AE30-9610E01D7C19}" dt="2025-02-25T09:51:58.628" v="1425" actId="13926"/>
          <ac:spMkLst>
            <pc:docMk/>
            <pc:sldMk cId="1206967949" sldId="293"/>
            <ac:spMk id="6" creationId="{51508C80-951C-965E-512E-7E8D45353588}"/>
          </ac:spMkLst>
        </pc:spChg>
      </pc:sldChg>
      <pc:sldChg chg="modSp add mod">
        <pc:chgData name="Lars Lundberg" userId="2df479a7-79f3-4063-8e5b-fb2f29919dbd" providerId="ADAL" clId="{EBEF3CBA-3F0B-4DDA-AE30-9610E01D7C19}" dt="2025-02-25T09:54:21.625" v="1442" actId="400"/>
        <pc:sldMkLst>
          <pc:docMk/>
          <pc:sldMk cId="2135096788" sldId="294"/>
        </pc:sldMkLst>
        <pc:spChg chg="mod">
          <ac:chgData name="Lars Lundberg" userId="2df479a7-79f3-4063-8e5b-fb2f29919dbd" providerId="ADAL" clId="{EBEF3CBA-3F0B-4DDA-AE30-9610E01D7C19}" dt="2025-02-25T09:54:21.625" v="1442" actId="400"/>
          <ac:spMkLst>
            <pc:docMk/>
            <pc:sldMk cId="2135096788" sldId="294"/>
            <ac:spMk id="4" creationId="{C3977E61-F206-171C-B87D-60EBFC4F4AF3}"/>
          </ac:spMkLst>
        </pc:spChg>
        <pc:spChg chg="mod">
          <ac:chgData name="Lars Lundberg" userId="2df479a7-79f3-4063-8e5b-fb2f29919dbd" providerId="ADAL" clId="{EBEF3CBA-3F0B-4DDA-AE30-9610E01D7C19}" dt="2025-02-25T09:53:38.658" v="1438" actId="13926"/>
          <ac:spMkLst>
            <pc:docMk/>
            <pc:sldMk cId="2135096788" sldId="294"/>
            <ac:spMk id="6" creationId="{92B3F4BF-2197-21C5-537D-0C2D0E164C0B}"/>
          </ac:spMkLst>
        </pc:spChg>
        <pc:spChg chg="mod">
          <ac:chgData name="Lars Lundberg" userId="2df479a7-79f3-4063-8e5b-fb2f29919dbd" providerId="ADAL" clId="{EBEF3CBA-3F0B-4DDA-AE30-9610E01D7C19}" dt="2025-02-25T09:53:21.802" v="1436" actId="20577"/>
          <ac:spMkLst>
            <pc:docMk/>
            <pc:sldMk cId="2135096788" sldId="294"/>
            <ac:spMk id="10" creationId="{724FAF06-87F8-B834-11F4-9A9151F3941B}"/>
          </ac:spMkLst>
        </pc:spChg>
      </pc:sldChg>
      <pc:sldChg chg="modSp add mod">
        <pc:chgData name="Lars Lundberg" userId="2df479a7-79f3-4063-8e5b-fb2f29919dbd" providerId="ADAL" clId="{EBEF3CBA-3F0B-4DDA-AE30-9610E01D7C19}" dt="2025-02-25T09:55:30.933" v="1446" actId="20577"/>
        <pc:sldMkLst>
          <pc:docMk/>
          <pc:sldMk cId="4114908043" sldId="295"/>
        </pc:sldMkLst>
        <pc:spChg chg="mod">
          <ac:chgData name="Lars Lundberg" userId="2df479a7-79f3-4063-8e5b-fb2f29919dbd" providerId="ADAL" clId="{EBEF3CBA-3F0B-4DDA-AE30-9610E01D7C19}" dt="2025-02-25T09:55:30.933" v="1446" actId="20577"/>
          <ac:spMkLst>
            <pc:docMk/>
            <pc:sldMk cId="4114908043" sldId="295"/>
            <ac:spMk id="4" creationId="{EFFF9D2B-DF09-F144-D1BE-F091C20B7EF9}"/>
          </ac:spMkLst>
        </pc:spChg>
        <pc:spChg chg="mod">
          <ac:chgData name="Lars Lundberg" userId="2df479a7-79f3-4063-8e5b-fb2f29919dbd" providerId="ADAL" clId="{EBEF3CBA-3F0B-4DDA-AE30-9610E01D7C19}" dt="2025-02-25T09:55:11.549" v="1445" actId="13926"/>
          <ac:spMkLst>
            <pc:docMk/>
            <pc:sldMk cId="4114908043" sldId="295"/>
            <ac:spMk id="6" creationId="{B9F19488-09C7-B7F6-7911-275C7193CBC6}"/>
          </ac:spMkLst>
        </pc:spChg>
      </pc:sldChg>
      <pc:sldChg chg="modSp add mod">
        <pc:chgData name="Lars Lundberg" userId="2df479a7-79f3-4063-8e5b-fb2f29919dbd" providerId="ADAL" clId="{EBEF3CBA-3F0B-4DDA-AE30-9610E01D7C19}" dt="2025-02-25T12:11:57.600" v="1454" actId="400"/>
        <pc:sldMkLst>
          <pc:docMk/>
          <pc:sldMk cId="3556126496" sldId="296"/>
        </pc:sldMkLst>
        <pc:spChg chg="mod">
          <ac:chgData name="Lars Lundberg" userId="2df479a7-79f3-4063-8e5b-fb2f29919dbd" providerId="ADAL" clId="{EBEF3CBA-3F0B-4DDA-AE30-9610E01D7C19}" dt="2025-02-25T12:11:57.600" v="1454" actId="400"/>
          <ac:spMkLst>
            <pc:docMk/>
            <pc:sldMk cId="3556126496" sldId="296"/>
            <ac:spMk id="4" creationId="{C373B969-0596-819F-5714-C4C2B852A5AE}"/>
          </ac:spMkLst>
        </pc:spChg>
        <pc:spChg chg="mod">
          <ac:chgData name="Lars Lundberg" userId="2df479a7-79f3-4063-8e5b-fb2f29919dbd" providerId="ADAL" clId="{EBEF3CBA-3F0B-4DDA-AE30-9610E01D7C19}" dt="2025-02-25T12:11:16.275" v="1450" actId="13926"/>
          <ac:spMkLst>
            <pc:docMk/>
            <pc:sldMk cId="3556126496" sldId="296"/>
            <ac:spMk id="6" creationId="{8AE17D67-16F8-52D1-C9B3-787893CB6E49}"/>
          </ac:spMkLst>
        </pc:spChg>
      </pc:sldChg>
      <pc:sldChg chg="modSp add mod">
        <pc:chgData name="Lars Lundberg" userId="2df479a7-79f3-4063-8e5b-fb2f29919dbd" providerId="ADAL" clId="{EBEF3CBA-3F0B-4DDA-AE30-9610E01D7C19}" dt="2025-02-25T12:14:37.791" v="1476" actId="20577"/>
        <pc:sldMkLst>
          <pc:docMk/>
          <pc:sldMk cId="1665768972" sldId="297"/>
        </pc:sldMkLst>
        <pc:spChg chg="mod">
          <ac:chgData name="Lars Lundberg" userId="2df479a7-79f3-4063-8e5b-fb2f29919dbd" providerId="ADAL" clId="{EBEF3CBA-3F0B-4DDA-AE30-9610E01D7C19}" dt="2025-02-25T12:13:01.187" v="1460" actId="400"/>
          <ac:spMkLst>
            <pc:docMk/>
            <pc:sldMk cId="1665768972" sldId="297"/>
            <ac:spMk id="4" creationId="{D511015B-498B-84B7-78ED-AF61F0C8315B}"/>
          </ac:spMkLst>
        </pc:spChg>
        <pc:spChg chg="mod">
          <ac:chgData name="Lars Lundberg" userId="2df479a7-79f3-4063-8e5b-fb2f29919dbd" providerId="ADAL" clId="{EBEF3CBA-3F0B-4DDA-AE30-9610E01D7C19}" dt="2025-02-25T12:12:36.705" v="1457" actId="13926"/>
          <ac:spMkLst>
            <pc:docMk/>
            <pc:sldMk cId="1665768972" sldId="297"/>
            <ac:spMk id="6" creationId="{AA1B28AD-A1BE-9B21-A79D-B5F8396DB227}"/>
          </ac:spMkLst>
        </pc:spChg>
        <pc:spChg chg="mod">
          <ac:chgData name="Lars Lundberg" userId="2df479a7-79f3-4063-8e5b-fb2f29919dbd" providerId="ADAL" clId="{EBEF3CBA-3F0B-4DDA-AE30-9610E01D7C19}" dt="2025-02-25T12:14:37.791" v="1476" actId="20577"/>
          <ac:spMkLst>
            <pc:docMk/>
            <pc:sldMk cId="1665768972" sldId="297"/>
            <ac:spMk id="10" creationId="{0CF50CCC-6CC1-8086-1F43-DEB8216E501C}"/>
          </ac:spMkLst>
        </pc:spChg>
      </pc:sldChg>
      <pc:sldChg chg="modSp add mod">
        <pc:chgData name="Lars Lundberg" userId="2df479a7-79f3-4063-8e5b-fb2f29919dbd" providerId="ADAL" clId="{EBEF3CBA-3F0B-4DDA-AE30-9610E01D7C19}" dt="2025-02-25T12:14:09.811" v="1471" actId="20577"/>
        <pc:sldMkLst>
          <pc:docMk/>
          <pc:sldMk cId="3669053891" sldId="298"/>
        </pc:sldMkLst>
        <pc:spChg chg="mod">
          <ac:chgData name="Lars Lundberg" userId="2df479a7-79f3-4063-8e5b-fb2f29919dbd" providerId="ADAL" clId="{EBEF3CBA-3F0B-4DDA-AE30-9610E01D7C19}" dt="2025-02-25T12:13:41.053" v="1466" actId="20577"/>
          <ac:spMkLst>
            <pc:docMk/>
            <pc:sldMk cId="3669053891" sldId="298"/>
            <ac:spMk id="4" creationId="{67898DBE-1AB9-3F13-B5F1-D12293215984}"/>
          </ac:spMkLst>
        </pc:spChg>
        <pc:spChg chg="mod">
          <ac:chgData name="Lars Lundberg" userId="2df479a7-79f3-4063-8e5b-fb2f29919dbd" providerId="ADAL" clId="{EBEF3CBA-3F0B-4DDA-AE30-9610E01D7C19}" dt="2025-02-25T12:13:26.699" v="1463" actId="13926"/>
          <ac:spMkLst>
            <pc:docMk/>
            <pc:sldMk cId="3669053891" sldId="298"/>
            <ac:spMk id="6" creationId="{D596A2BA-FB9F-F498-9609-ACA7B7B3557F}"/>
          </ac:spMkLst>
        </pc:spChg>
        <pc:spChg chg="mod">
          <ac:chgData name="Lars Lundberg" userId="2df479a7-79f3-4063-8e5b-fb2f29919dbd" providerId="ADAL" clId="{EBEF3CBA-3F0B-4DDA-AE30-9610E01D7C19}" dt="2025-02-25T12:14:09.811" v="1471" actId="20577"/>
          <ac:spMkLst>
            <pc:docMk/>
            <pc:sldMk cId="3669053891" sldId="298"/>
            <ac:spMk id="10" creationId="{B61ECBBC-0E8F-7761-C00F-A3ECB20672E3}"/>
          </ac:spMkLst>
        </pc:spChg>
      </pc:sldChg>
      <pc:sldChg chg="modSp add mod">
        <pc:chgData name="Lars Lundberg" userId="2df479a7-79f3-4063-8e5b-fb2f29919dbd" providerId="ADAL" clId="{EBEF3CBA-3F0B-4DDA-AE30-9610E01D7C19}" dt="2025-02-25T12:15:55.389" v="1486" actId="400"/>
        <pc:sldMkLst>
          <pc:docMk/>
          <pc:sldMk cId="1040574697" sldId="299"/>
        </pc:sldMkLst>
        <pc:spChg chg="mod">
          <ac:chgData name="Lars Lundberg" userId="2df479a7-79f3-4063-8e5b-fb2f29919dbd" providerId="ADAL" clId="{EBEF3CBA-3F0B-4DDA-AE30-9610E01D7C19}" dt="2025-02-25T12:15:55.389" v="1486" actId="400"/>
          <ac:spMkLst>
            <pc:docMk/>
            <pc:sldMk cId="1040574697" sldId="299"/>
            <ac:spMk id="4" creationId="{A7CEBD9D-336F-A181-B3EA-44CACEF43717}"/>
          </ac:spMkLst>
        </pc:spChg>
        <pc:spChg chg="mod">
          <ac:chgData name="Lars Lundberg" userId="2df479a7-79f3-4063-8e5b-fb2f29919dbd" providerId="ADAL" clId="{EBEF3CBA-3F0B-4DDA-AE30-9610E01D7C19}" dt="2025-02-25T12:14:59.492" v="1479" actId="13926"/>
          <ac:spMkLst>
            <pc:docMk/>
            <pc:sldMk cId="1040574697" sldId="299"/>
            <ac:spMk id="6" creationId="{10C7F4AC-8586-73C0-A9EA-44D516B83E78}"/>
          </ac:spMkLst>
        </pc:spChg>
      </pc:sldChg>
      <pc:sldChg chg="add del">
        <pc:chgData name="Lars Lundberg" userId="2df479a7-79f3-4063-8e5b-fb2f29919dbd" providerId="ADAL" clId="{EBEF3CBA-3F0B-4DDA-AE30-9610E01D7C19}" dt="2025-02-25T12:17:45.637" v="1490"/>
        <pc:sldMkLst>
          <pc:docMk/>
          <pc:sldMk cId="1312963850" sldId="300"/>
        </pc:sldMkLst>
      </pc:sldChg>
      <pc:sldChg chg="modSp add mod ord">
        <pc:chgData name="Lars Lundberg" userId="2df479a7-79f3-4063-8e5b-fb2f29919dbd" providerId="ADAL" clId="{EBEF3CBA-3F0B-4DDA-AE30-9610E01D7C19}" dt="2025-02-25T12:20:14.577" v="1547" actId="20577"/>
        <pc:sldMkLst>
          <pc:docMk/>
          <pc:sldMk cId="2240550727" sldId="300"/>
        </pc:sldMkLst>
        <pc:spChg chg="mod">
          <ac:chgData name="Lars Lundberg" userId="2df479a7-79f3-4063-8e5b-fb2f29919dbd" providerId="ADAL" clId="{EBEF3CBA-3F0B-4DDA-AE30-9610E01D7C19}" dt="2025-02-25T12:18:08.428" v="1503" actId="20577"/>
          <ac:spMkLst>
            <pc:docMk/>
            <pc:sldMk cId="2240550727" sldId="300"/>
            <ac:spMk id="2" creationId="{4B816829-B8CB-96A6-B745-25137499781E}"/>
          </ac:spMkLst>
        </pc:spChg>
        <pc:spChg chg="mod">
          <ac:chgData name="Lars Lundberg" userId="2df479a7-79f3-4063-8e5b-fb2f29919dbd" providerId="ADAL" clId="{EBEF3CBA-3F0B-4DDA-AE30-9610E01D7C19}" dt="2025-02-25T12:19:22.077" v="1512" actId="27636"/>
          <ac:spMkLst>
            <pc:docMk/>
            <pc:sldMk cId="2240550727" sldId="300"/>
            <ac:spMk id="3" creationId="{E883718A-7C2F-0493-0091-3A47704CA41F}"/>
          </ac:spMkLst>
        </pc:spChg>
        <pc:spChg chg="mod">
          <ac:chgData name="Lars Lundberg" userId="2df479a7-79f3-4063-8e5b-fb2f29919dbd" providerId="ADAL" clId="{EBEF3CBA-3F0B-4DDA-AE30-9610E01D7C19}" dt="2025-02-25T12:20:14.577" v="1547" actId="20577"/>
          <ac:spMkLst>
            <pc:docMk/>
            <pc:sldMk cId="2240550727" sldId="300"/>
            <ac:spMk id="4" creationId="{74759EF7-DDE3-6EFC-8182-6431B0CB6C0D}"/>
          </ac:spMkLst>
        </pc:spChg>
      </pc:sldChg>
      <pc:sldChg chg="modSp new mod">
        <pc:chgData name="Lars Lundberg" userId="2df479a7-79f3-4063-8e5b-fb2f29919dbd" providerId="ADAL" clId="{EBEF3CBA-3F0B-4DDA-AE30-9610E01D7C19}" dt="2025-02-27T12:57:38.529" v="2021" actId="20577"/>
        <pc:sldMkLst>
          <pc:docMk/>
          <pc:sldMk cId="4172008766" sldId="301"/>
        </pc:sldMkLst>
        <pc:spChg chg="mod">
          <ac:chgData name="Lars Lundberg" userId="2df479a7-79f3-4063-8e5b-fb2f29919dbd" providerId="ADAL" clId="{EBEF3CBA-3F0B-4DDA-AE30-9610E01D7C19}" dt="2025-02-26T10:40:16.459" v="1571" actId="20577"/>
          <ac:spMkLst>
            <pc:docMk/>
            <pc:sldMk cId="4172008766" sldId="301"/>
            <ac:spMk id="2" creationId="{18F81636-71B7-621B-2B0F-11A6D01AC044}"/>
          </ac:spMkLst>
        </pc:spChg>
        <pc:spChg chg="mod">
          <ac:chgData name="Lars Lundberg" userId="2df479a7-79f3-4063-8e5b-fb2f29919dbd" providerId="ADAL" clId="{EBEF3CBA-3F0B-4DDA-AE30-9610E01D7C19}" dt="2025-02-27T12:57:38.529" v="2021" actId="20577"/>
          <ac:spMkLst>
            <pc:docMk/>
            <pc:sldMk cId="4172008766" sldId="301"/>
            <ac:spMk id="3" creationId="{549FB835-3123-445F-6238-DFCA44E636C2}"/>
          </ac:spMkLst>
        </pc:spChg>
      </pc:sldChg>
      <pc:sldChg chg="addSp delSp modSp new mod delAnim modAnim">
        <pc:chgData name="Lars Lundberg" userId="2df479a7-79f3-4063-8e5b-fb2f29919dbd" providerId="ADAL" clId="{EBEF3CBA-3F0B-4DDA-AE30-9610E01D7C19}" dt="2025-02-27T13:42:10.567" v="2226" actId="20577"/>
        <pc:sldMkLst>
          <pc:docMk/>
          <pc:sldMk cId="3451761154" sldId="302"/>
        </pc:sldMkLst>
        <pc:spChg chg="add mod">
          <ac:chgData name="Lars Lundberg" userId="2df479a7-79f3-4063-8e5b-fb2f29919dbd" providerId="ADAL" clId="{EBEF3CBA-3F0B-4DDA-AE30-9610E01D7C19}" dt="2025-02-27T13:42:10.567" v="2226" actId="20577"/>
          <ac:spMkLst>
            <pc:docMk/>
            <pc:sldMk cId="3451761154" sldId="302"/>
            <ac:spMk id="2" creationId="{F0A97112-1046-6597-7533-1BB02F6AFA9B}"/>
          </ac:spMkLst>
        </pc:spChg>
        <pc:spChg chg="add mod">
          <ac:chgData name="Lars Lundberg" userId="2df479a7-79f3-4063-8e5b-fb2f29919dbd" providerId="ADAL" clId="{EBEF3CBA-3F0B-4DDA-AE30-9610E01D7C19}" dt="2025-02-27T13:18:20.488" v="2162" actId="552"/>
          <ac:spMkLst>
            <pc:docMk/>
            <pc:sldMk cId="3451761154" sldId="302"/>
            <ac:spMk id="3" creationId="{A992ACA1-4733-C68D-7C0D-58FECC5B6A3A}"/>
          </ac:spMkLst>
        </pc:spChg>
        <pc:spChg chg="add mod">
          <ac:chgData name="Lars Lundberg" userId="2df479a7-79f3-4063-8e5b-fb2f29919dbd" providerId="ADAL" clId="{EBEF3CBA-3F0B-4DDA-AE30-9610E01D7C19}" dt="2025-02-27T13:34:18.509" v="2210" actId="1076"/>
          <ac:spMkLst>
            <pc:docMk/>
            <pc:sldMk cId="3451761154" sldId="302"/>
            <ac:spMk id="5" creationId="{77C61993-D40F-FC58-25A5-A2EF7F4063FF}"/>
          </ac:spMkLst>
        </pc:spChg>
        <pc:spChg chg="add mod">
          <ac:chgData name="Lars Lundberg" userId="2df479a7-79f3-4063-8e5b-fb2f29919dbd" providerId="ADAL" clId="{EBEF3CBA-3F0B-4DDA-AE30-9610E01D7C19}" dt="2025-02-27T13:15:12.150" v="2142" actId="1076"/>
          <ac:spMkLst>
            <pc:docMk/>
            <pc:sldMk cId="3451761154" sldId="302"/>
            <ac:spMk id="6" creationId="{D6BA5541-B4DA-ACE5-238B-AE960604D1E7}"/>
          </ac:spMkLst>
        </pc:spChg>
        <pc:spChg chg="add mod">
          <ac:chgData name="Lars Lundberg" userId="2df479a7-79f3-4063-8e5b-fb2f29919dbd" providerId="ADAL" clId="{EBEF3CBA-3F0B-4DDA-AE30-9610E01D7C19}" dt="2025-02-27T13:14:15.748" v="2140" actId="465"/>
          <ac:spMkLst>
            <pc:docMk/>
            <pc:sldMk cId="3451761154" sldId="302"/>
            <ac:spMk id="7" creationId="{49BDDFB4-690A-9699-41B9-B17F5487683E}"/>
          </ac:spMkLst>
        </pc:spChg>
        <pc:spChg chg="add mod">
          <ac:chgData name="Lars Lundberg" userId="2df479a7-79f3-4063-8e5b-fb2f29919dbd" providerId="ADAL" clId="{EBEF3CBA-3F0B-4DDA-AE30-9610E01D7C19}" dt="2025-02-27T13:14:15.748" v="2140" actId="465"/>
          <ac:spMkLst>
            <pc:docMk/>
            <pc:sldMk cId="3451761154" sldId="302"/>
            <ac:spMk id="8" creationId="{26A75D88-2027-93BB-0F77-06D5F1782FA4}"/>
          </ac:spMkLst>
        </pc:spChg>
        <pc:spChg chg="add mod">
          <ac:chgData name="Lars Lundberg" userId="2df479a7-79f3-4063-8e5b-fb2f29919dbd" providerId="ADAL" clId="{EBEF3CBA-3F0B-4DDA-AE30-9610E01D7C19}" dt="2025-02-27T13:14:15.748" v="2140" actId="465"/>
          <ac:spMkLst>
            <pc:docMk/>
            <pc:sldMk cId="3451761154" sldId="302"/>
            <ac:spMk id="9" creationId="{491F5F90-831D-82A5-EDC9-01A8C4A9991F}"/>
          </ac:spMkLst>
        </pc:spChg>
        <pc:spChg chg="add mod">
          <ac:chgData name="Lars Lundberg" userId="2df479a7-79f3-4063-8e5b-fb2f29919dbd" providerId="ADAL" clId="{EBEF3CBA-3F0B-4DDA-AE30-9610E01D7C19}" dt="2025-02-27T13:18:27.351" v="2163" actId="465"/>
          <ac:spMkLst>
            <pc:docMk/>
            <pc:sldMk cId="3451761154" sldId="302"/>
            <ac:spMk id="10" creationId="{045D5777-02ED-1AF6-964A-1C664A56BD4C}"/>
          </ac:spMkLst>
        </pc:spChg>
        <pc:spChg chg="add mod">
          <ac:chgData name="Lars Lundberg" userId="2df479a7-79f3-4063-8e5b-fb2f29919dbd" providerId="ADAL" clId="{EBEF3CBA-3F0B-4DDA-AE30-9610E01D7C19}" dt="2025-02-27T13:18:27.351" v="2163" actId="465"/>
          <ac:spMkLst>
            <pc:docMk/>
            <pc:sldMk cId="3451761154" sldId="302"/>
            <ac:spMk id="11" creationId="{E72A7C04-8F4B-D2C5-C7E2-5E2102B77FDA}"/>
          </ac:spMkLst>
        </pc:spChg>
        <pc:spChg chg="add mod">
          <ac:chgData name="Lars Lundberg" userId="2df479a7-79f3-4063-8e5b-fb2f29919dbd" providerId="ADAL" clId="{EBEF3CBA-3F0B-4DDA-AE30-9610E01D7C19}" dt="2025-02-27T13:18:20.488" v="2162" actId="552"/>
          <ac:spMkLst>
            <pc:docMk/>
            <pc:sldMk cId="3451761154" sldId="302"/>
            <ac:spMk id="12" creationId="{BCF2561E-3F96-98AD-FE7B-084CB9CA3AC4}"/>
          </ac:spMkLst>
        </pc:spChg>
        <pc:spChg chg="add mod">
          <ac:chgData name="Lars Lundberg" userId="2df479a7-79f3-4063-8e5b-fb2f29919dbd" providerId="ADAL" clId="{EBEF3CBA-3F0B-4DDA-AE30-9610E01D7C19}" dt="2025-02-27T13:34:18.509" v="2210" actId="1076"/>
          <ac:spMkLst>
            <pc:docMk/>
            <pc:sldMk cId="3451761154" sldId="302"/>
            <ac:spMk id="16" creationId="{252E09A7-0550-16B7-424B-45A632A98A7E}"/>
          </ac:spMkLst>
        </pc:spChg>
        <pc:spChg chg="add mod">
          <ac:chgData name="Lars Lundberg" userId="2df479a7-79f3-4063-8e5b-fb2f29919dbd" providerId="ADAL" clId="{EBEF3CBA-3F0B-4DDA-AE30-9610E01D7C19}" dt="2025-02-27T13:34:18.509" v="2210" actId="1076"/>
          <ac:spMkLst>
            <pc:docMk/>
            <pc:sldMk cId="3451761154" sldId="302"/>
            <ac:spMk id="17" creationId="{BC8A4ABB-5922-A69C-55D3-CE6568A04965}"/>
          </ac:spMkLst>
        </pc:spChg>
        <pc:spChg chg="add mod">
          <ac:chgData name="Lars Lundberg" userId="2df479a7-79f3-4063-8e5b-fb2f29919dbd" providerId="ADAL" clId="{EBEF3CBA-3F0B-4DDA-AE30-9610E01D7C19}" dt="2025-02-27T13:42:09.804" v="2225" actId="20577"/>
          <ac:spMkLst>
            <pc:docMk/>
            <pc:sldMk cId="3451761154" sldId="302"/>
            <ac:spMk id="18" creationId="{FED48D1E-4485-1D8B-5B59-F68C04EC7BF2}"/>
          </ac:spMkLst>
        </pc:spChg>
        <pc:cxnChg chg="add mod">
          <ac:chgData name="Lars Lundberg" userId="2df479a7-79f3-4063-8e5b-fb2f29919dbd" providerId="ADAL" clId="{EBEF3CBA-3F0B-4DDA-AE30-9610E01D7C19}" dt="2025-02-27T13:26:16.154" v="2179" actId="1076"/>
          <ac:cxnSpMkLst>
            <pc:docMk/>
            <pc:sldMk cId="3451761154" sldId="302"/>
            <ac:cxnSpMk id="22" creationId="{9E2CB4C1-62BC-6AB0-48A6-7F75C88546C1}"/>
          </ac:cxnSpMkLst>
        </pc:cxnChg>
      </pc:sldChg>
      <pc:sldChg chg="modSp add mod modAnim">
        <pc:chgData name="Lars Lundberg" userId="2df479a7-79f3-4063-8e5b-fb2f29919dbd" providerId="ADAL" clId="{EBEF3CBA-3F0B-4DDA-AE30-9610E01D7C19}" dt="2025-02-27T13:35:40.302" v="2212" actId="1076"/>
        <pc:sldMkLst>
          <pc:docMk/>
          <pc:sldMk cId="650572915" sldId="303"/>
        </pc:sldMkLst>
        <pc:spChg chg="mod">
          <ac:chgData name="Lars Lundberg" userId="2df479a7-79f3-4063-8e5b-fb2f29919dbd" providerId="ADAL" clId="{EBEF3CBA-3F0B-4DDA-AE30-9610E01D7C19}" dt="2025-02-27T13:27:10.755" v="2182" actId="1076"/>
          <ac:spMkLst>
            <pc:docMk/>
            <pc:sldMk cId="650572915" sldId="303"/>
            <ac:spMk id="3" creationId="{9E9EAB97-7719-374B-4EC2-08192ADCEEFE}"/>
          </ac:spMkLst>
        </pc:spChg>
        <pc:spChg chg="mod">
          <ac:chgData name="Lars Lundberg" userId="2df479a7-79f3-4063-8e5b-fb2f29919dbd" providerId="ADAL" clId="{EBEF3CBA-3F0B-4DDA-AE30-9610E01D7C19}" dt="2025-02-27T13:35:40.302" v="2212" actId="1076"/>
          <ac:spMkLst>
            <pc:docMk/>
            <pc:sldMk cId="650572915" sldId="303"/>
            <ac:spMk id="5" creationId="{9DCFBC05-69DD-A46A-42D5-460623DFDE19}"/>
          </ac:spMkLst>
        </pc:spChg>
        <pc:spChg chg="mod">
          <ac:chgData name="Lars Lundberg" userId="2df479a7-79f3-4063-8e5b-fb2f29919dbd" providerId="ADAL" clId="{EBEF3CBA-3F0B-4DDA-AE30-9610E01D7C19}" dt="2025-02-27T13:33:36.702" v="2206" actId="1076"/>
          <ac:spMkLst>
            <pc:docMk/>
            <pc:sldMk cId="650572915" sldId="303"/>
            <ac:spMk id="9" creationId="{E5A53607-25D5-4ADB-30C7-FC6E1466EF65}"/>
          </ac:spMkLst>
        </pc:spChg>
        <pc:spChg chg="mod">
          <ac:chgData name="Lars Lundberg" userId="2df479a7-79f3-4063-8e5b-fb2f29919dbd" providerId="ADAL" clId="{EBEF3CBA-3F0B-4DDA-AE30-9610E01D7C19}" dt="2025-02-27T13:27:26.135" v="2186" actId="1076"/>
          <ac:spMkLst>
            <pc:docMk/>
            <pc:sldMk cId="650572915" sldId="303"/>
            <ac:spMk id="10" creationId="{D946F798-719A-E95F-AADC-383C7ADA3A9F}"/>
          </ac:spMkLst>
        </pc:spChg>
        <pc:spChg chg="mod">
          <ac:chgData name="Lars Lundberg" userId="2df479a7-79f3-4063-8e5b-fb2f29919dbd" providerId="ADAL" clId="{EBEF3CBA-3F0B-4DDA-AE30-9610E01D7C19}" dt="2025-02-27T13:27:32.064" v="2187" actId="1076"/>
          <ac:spMkLst>
            <pc:docMk/>
            <pc:sldMk cId="650572915" sldId="303"/>
            <ac:spMk id="11" creationId="{9FF1487A-AAD7-7EDD-9642-EC8ED7197364}"/>
          </ac:spMkLst>
        </pc:spChg>
        <pc:spChg chg="mod">
          <ac:chgData name="Lars Lundberg" userId="2df479a7-79f3-4063-8e5b-fb2f29919dbd" providerId="ADAL" clId="{EBEF3CBA-3F0B-4DDA-AE30-9610E01D7C19}" dt="2025-02-27T13:27:40.267" v="2188" actId="1076"/>
          <ac:spMkLst>
            <pc:docMk/>
            <pc:sldMk cId="650572915" sldId="303"/>
            <ac:spMk id="12" creationId="{03C8CE92-CD01-6639-0910-87679F6A549A}"/>
          </ac:spMkLst>
        </pc:spChg>
        <pc:spChg chg="mod">
          <ac:chgData name="Lars Lundberg" userId="2df479a7-79f3-4063-8e5b-fb2f29919dbd" providerId="ADAL" clId="{EBEF3CBA-3F0B-4DDA-AE30-9610E01D7C19}" dt="2025-02-27T13:35:40.302" v="2212" actId="1076"/>
          <ac:spMkLst>
            <pc:docMk/>
            <pc:sldMk cId="650572915" sldId="303"/>
            <ac:spMk id="16" creationId="{1B883EFD-7906-2A1C-60E5-2CA5E4640770}"/>
          </ac:spMkLst>
        </pc:spChg>
        <pc:spChg chg="mod">
          <ac:chgData name="Lars Lundberg" userId="2df479a7-79f3-4063-8e5b-fb2f29919dbd" providerId="ADAL" clId="{EBEF3CBA-3F0B-4DDA-AE30-9610E01D7C19}" dt="2025-02-27T13:35:40.302" v="2212" actId="1076"/>
          <ac:spMkLst>
            <pc:docMk/>
            <pc:sldMk cId="650572915" sldId="303"/>
            <ac:spMk id="17" creationId="{55150774-F00B-C750-0256-A96854063EE2}"/>
          </ac:spMkLst>
        </pc:spChg>
        <pc:spChg chg="mod">
          <ac:chgData name="Lars Lundberg" userId="2df479a7-79f3-4063-8e5b-fb2f29919dbd" providerId="ADAL" clId="{EBEF3CBA-3F0B-4DDA-AE30-9610E01D7C19}" dt="2025-02-27T13:35:40.302" v="2212" actId="1076"/>
          <ac:spMkLst>
            <pc:docMk/>
            <pc:sldMk cId="650572915" sldId="303"/>
            <ac:spMk id="18" creationId="{9A68F765-3C5C-622B-55DE-5CA726E2C20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C2BD0-6B83-41AF-994C-82498C237C23}" type="datetimeFigureOut">
              <a:rPr lang="sv-SE" smtClean="0"/>
              <a:t>2025-03-06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0AA5DA-8071-4BB5-8256-2D641F10530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99901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AA5DA-8071-4BB5-8256-2D641F105301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08472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70AD3-8EF6-606F-FB70-EA7EF127F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0BF1F4-2968-27EC-3F97-C5D2144F5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A2B5E0-F2FA-D0E8-A306-D12DAC407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1A270-CC21-12AB-2395-AA2A21679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AA5DA-8071-4BB5-8256-2D641F105301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86223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55E37-3BC7-1B56-FADF-E00480846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74D5D0-934F-7D86-6F97-5DD6A37AA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83E27-60FD-E4A9-B207-ECFC41A69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B5E9-E591-4A63-8F54-E0760BD4E6F5}" type="datetimeFigureOut">
              <a:rPr lang="sv-SE" smtClean="0"/>
              <a:t>2025-03-06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B2AAB-F461-943E-7E4D-9CF5E98FE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964E8-CB80-84DC-01EB-B5F449665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57993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43392-81A7-10F4-828D-8E37DC138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669EA-9BC6-47B5-BE71-735090159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26EF6-9170-A28A-ACD6-5867442C3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B5E9-E591-4A63-8F54-E0760BD4E6F5}" type="datetimeFigureOut">
              <a:rPr lang="sv-SE" smtClean="0"/>
              <a:t>2025-03-06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48BA7-6409-8FAA-D7F6-606414305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16A7C-DC33-77EC-94D4-959AD57BB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62156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D26A9-4F72-207F-CF03-05AFD0BDF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A7409-4B06-C14B-4D7F-6E302D065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75EFA-8C9E-3747-D911-37CCD876B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B5E9-E591-4A63-8F54-E0760BD4E6F5}" type="datetimeFigureOut">
              <a:rPr lang="sv-SE" smtClean="0"/>
              <a:t>2025-03-06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EA453-3336-A18D-5829-1D2CB3214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83A71-DA47-A81E-2967-CBA5A62AC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6707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278C9-0F5F-B2A9-5244-581133D53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BBE66-A565-6F94-55E5-7BFFAC2734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2C8D2-8600-853B-3596-48F5B17CE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EAC79F-E28F-18FA-FC4B-4CE5F050A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B5E9-E591-4A63-8F54-E0760BD4E6F5}" type="datetimeFigureOut">
              <a:rPr lang="sv-SE" smtClean="0"/>
              <a:t>2025-03-06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AE9F1-DD6C-70B1-2FD2-026A05645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426EE-D495-27AF-5324-E08377B18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40024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9010E-4F7D-7EB3-F57A-EA94FB6F6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47AE2-8979-A767-A245-5C07960DA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A6B72C-1BD7-4319-E358-AE518B19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5ECDDE-37D5-2C50-7772-8A6B112D37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6C79D-1179-0BD3-7A75-FD185A3BB6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6DC7E1-8132-1BDC-3306-2566729B2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B5E9-E591-4A63-8F54-E0760BD4E6F5}" type="datetimeFigureOut">
              <a:rPr lang="sv-SE" smtClean="0"/>
              <a:t>2025-03-06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495325-E369-6453-07F2-8F88CB9C4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BC98FC-AB24-C756-DB20-A47F250D2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6391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82362-E38F-9031-473A-03027FBB7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3F8B95-ADF9-13BB-2E97-150A0210B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B5E9-E591-4A63-8F54-E0760BD4E6F5}" type="datetimeFigureOut">
              <a:rPr lang="sv-SE" smtClean="0"/>
              <a:t>2025-03-06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A74533-7635-7EB5-AFCE-71FA1DCD1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D11EB9-C5CF-82A0-EE24-CCE3C90F9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14257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478C92-3A2B-C281-B40D-96FC61167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B5E9-E591-4A63-8F54-E0760BD4E6F5}" type="datetimeFigureOut">
              <a:rPr lang="sv-SE" smtClean="0"/>
              <a:t>2025-03-06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54E171-65D3-EC22-FFF9-5D39A60F3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54499-BFCB-74B8-99C2-901A57A98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89418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8C147-4FB8-53B7-4444-BA843948A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3CEBF-68BD-660A-AE28-19BA49F9E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1121E9-2C48-0010-09FB-7CC030183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8D3BF-86B6-7571-43BC-D16B08B5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B5E9-E591-4A63-8F54-E0760BD4E6F5}" type="datetimeFigureOut">
              <a:rPr lang="sv-SE" smtClean="0"/>
              <a:t>2025-03-06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30DF8-924E-99C1-87A8-0BBFEB75A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A12E0-46EF-7C3D-BD01-01640A63D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81636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B847-53AC-ED01-934E-7451D8600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E9471A-DE92-C0D8-4241-E8AB05AB6D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741C2-035F-0A21-A42A-80649E4E3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2175F-3360-AEB0-6817-52469BFF7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B5E9-E591-4A63-8F54-E0760BD4E6F5}" type="datetimeFigureOut">
              <a:rPr lang="sv-SE" smtClean="0"/>
              <a:t>2025-03-06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D490F-51B3-E571-232A-DA6C5C4B5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A7455-7E20-CFF8-C922-9DAA5741E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09425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3689C-8527-A7BB-5F05-BDF85F47E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DC128-2EC9-F240-07FD-CBC0539C2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E504A-AAD0-0013-B97B-832816E7F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B5E9-E591-4A63-8F54-E0760BD4E6F5}" type="datetimeFigureOut">
              <a:rPr lang="sv-SE" smtClean="0"/>
              <a:t>2025-03-06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1A452-4347-BFA3-3008-DF7C40FE2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5EC4F-336E-2763-4032-4251FD443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62804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6BEDE4-43F4-5D98-0CF3-486431750D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C0E307-287D-D232-A32D-A5DB293D9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FF826-7A5F-4CE0-83BE-FCF599068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FB5E9-E591-4A63-8F54-E0760BD4E6F5}" type="datetimeFigureOut">
              <a:rPr lang="sv-SE" smtClean="0"/>
              <a:t>2025-03-06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92388-9A15-0215-799A-20482EFD8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233BC-6CF7-C8AF-7429-0BA10B027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82735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EDDA7D-111B-22F9-3A50-6CAB31A9B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CA3B2-A644-736E-FFD0-D9090FD33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E1916-6730-7848-55EA-97D3DA2B5B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FB5E9-E591-4A63-8F54-E0760BD4E6F5}" type="datetimeFigureOut">
              <a:rPr lang="sv-SE" smtClean="0"/>
              <a:t>2025-03-06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139BD-824A-91CB-D8BE-D257A51F69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F65D6-04FE-B9E2-6C3D-AA6EB992E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BEFD27-F731-4600-9B63-8407DAB5B81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39377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_QMs3ImO_8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51F73-5580-5160-E412-07C8C919F6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sv-SE" dirty="0" err="1"/>
              <a:t>Recursive</a:t>
            </a:r>
            <a:r>
              <a:rPr lang="sv-SE" dirty="0"/>
              <a:t> x86-64 </a:t>
            </a:r>
            <a:r>
              <a:rPr lang="sv-SE" dirty="0" err="1"/>
              <a:t>Assembly</a:t>
            </a:r>
            <a:r>
              <a:rPr lang="sv-SE" dirty="0"/>
              <a:t> Program for </a:t>
            </a:r>
            <a:r>
              <a:rPr lang="sv-SE" dirty="0" err="1"/>
              <a:t>Calculating</a:t>
            </a:r>
            <a:r>
              <a:rPr lang="sv-SE" dirty="0"/>
              <a:t> </a:t>
            </a:r>
            <a:r>
              <a:rPr lang="sv-SE" dirty="0" err="1"/>
              <a:t>Factorial</a:t>
            </a:r>
            <a:endParaRPr lang="sv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3395B-C742-33B2-B030-3CF9F8081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7241" y="4238624"/>
            <a:ext cx="10574446" cy="1019175"/>
          </a:xfrm>
        </p:spPr>
        <p:txBody>
          <a:bodyPr>
            <a:normAutofit/>
          </a:bodyPr>
          <a:lstStyle/>
          <a:p>
            <a:r>
              <a:rPr lang="sv-SE" dirty="0"/>
              <a:t>Lars Lundberg</a:t>
            </a:r>
          </a:p>
          <a:p>
            <a:r>
              <a:rPr lang="sv-SE" dirty="0"/>
              <a:t>(</a:t>
            </a:r>
            <a:r>
              <a:rPr lang="sv-SE" dirty="0" err="1"/>
              <a:t>see</a:t>
            </a:r>
            <a:r>
              <a:rPr lang="sv-SE" dirty="0"/>
              <a:t> </a:t>
            </a:r>
            <a:r>
              <a:rPr lang="sv-SE" dirty="0" err="1"/>
              <a:t>also</a:t>
            </a:r>
            <a:r>
              <a:rPr lang="sv-SE" dirty="0"/>
              <a:t> </a:t>
            </a:r>
            <a:r>
              <a:rPr lang="sv-SE" dirty="0" err="1"/>
              <a:t>youtube</a:t>
            </a:r>
            <a:r>
              <a:rPr lang="sv-SE" dirty="0"/>
              <a:t> video on: </a:t>
            </a:r>
            <a:r>
              <a:rPr lang="sv-SE" dirty="0">
                <a:hlinkClick r:id="rId2"/>
              </a:rPr>
              <a:t>https://www.youtube.com/watch?v=J_QMs3ImO_8</a:t>
            </a:r>
            <a:r>
              <a:rPr lang="sv-S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98708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81636-71B7-621B-2B0F-11A6D01AC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Overview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B835-3123-445F-6238-DFCA44E63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look at an x86-64 </a:t>
            </a:r>
            <a:r>
              <a:rPr lang="sv-SE" dirty="0" err="1"/>
              <a:t>assembly</a:t>
            </a:r>
            <a:r>
              <a:rPr lang="sv-SE" dirty="0"/>
              <a:t> version </a:t>
            </a:r>
            <a:r>
              <a:rPr lang="sv-SE" dirty="0" err="1"/>
              <a:t>corresponding</a:t>
            </a:r>
            <a:r>
              <a:rPr lang="sv-SE" dirty="0"/>
              <a:t> to a </a:t>
            </a:r>
            <a:r>
              <a:rPr lang="sv-SE" dirty="0" err="1"/>
              <a:t>recursive</a:t>
            </a:r>
            <a:r>
              <a:rPr lang="sv-SE" dirty="0"/>
              <a:t> C-program</a:t>
            </a:r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see</a:t>
            </a:r>
            <a:r>
              <a:rPr lang="sv-SE" dirty="0"/>
              <a:t> </a:t>
            </a:r>
            <a:r>
              <a:rPr lang="sv-SE" dirty="0" err="1"/>
              <a:t>how</a:t>
            </a:r>
            <a:r>
              <a:rPr lang="sv-SE" dirty="0"/>
              <a:t> the Stack is </a:t>
            </a:r>
            <a:r>
              <a:rPr lang="sv-SE" dirty="0" err="1"/>
              <a:t>used</a:t>
            </a:r>
            <a:r>
              <a:rPr lang="sv-SE" dirty="0"/>
              <a:t> in an assembler program</a:t>
            </a:r>
          </a:p>
          <a:p>
            <a:r>
              <a:rPr lang="sv-SE" dirty="0"/>
              <a:t>The Stack </a:t>
            </a:r>
            <a:r>
              <a:rPr lang="sv-SE" dirty="0" err="1"/>
              <a:t>works</a:t>
            </a:r>
            <a:r>
              <a:rPr lang="sv-SE" dirty="0"/>
              <a:t> like a LIFO (Last In </a:t>
            </a:r>
            <a:r>
              <a:rPr lang="sv-SE" dirty="0" err="1"/>
              <a:t>First</a:t>
            </a:r>
            <a:r>
              <a:rPr lang="sv-SE" dirty="0"/>
              <a:t> </a:t>
            </a:r>
            <a:r>
              <a:rPr lang="sv-SE" dirty="0" err="1"/>
              <a:t>Out</a:t>
            </a:r>
            <a:r>
              <a:rPr lang="sv-SE" dirty="0"/>
              <a:t>) </a:t>
            </a:r>
            <a:r>
              <a:rPr lang="sv-SE" dirty="0" err="1"/>
              <a:t>storage</a:t>
            </a:r>
            <a:r>
              <a:rPr lang="sv-SE" dirty="0"/>
              <a:t>.</a:t>
            </a:r>
          </a:p>
          <a:p>
            <a:pPr lvl="1"/>
            <a:r>
              <a:rPr lang="sv-SE" dirty="0"/>
              <a:t>Push register – store a register on the Stack</a:t>
            </a:r>
          </a:p>
          <a:p>
            <a:pPr lvl="1"/>
            <a:r>
              <a:rPr lang="sv-SE" dirty="0"/>
              <a:t>Pop register – </a:t>
            </a:r>
            <a:r>
              <a:rPr lang="sv-SE" dirty="0" err="1"/>
              <a:t>remove</a:t>
            </a:r>
            <a:r>
              <a:rPr lang="sv-SE" dirty="0"/>
              <a:t> data from the Stack and </a:t>
            </a:r>
            <a:r>
              <a:rPr lang="sv-SE" dirty="0" err="1"/>
              <a:t>put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data in  the register</a:t>
            </a:r>
          </a:p>
          <a:p>
            <a:pPr lvl="1"/>
            <a:r>
              <a:rPr lang="sv-SE" dirty="0"/>
              <a:t>The stack is </a:t>
            </a:r>
            <a:r>
              <a:rPr lang="sv-SE" dirty="0" err="1"/>
              <a:t>also</a:t>
            </a:r>
            <a:r>
              <a:rPr lang="sv-SE" dirty="0"/>
              <a:t> </a:t>
            </a:r>
            <a:r>
              <a:rPr lang="sv-SE" dirty="0" err="1"/>
              <a:t>used</a:t>
            </a:r>
            <a:r>
              <a:rPr lang="sv-SE" dirty="0"/>
              <a:t> to store the </a:t>
            </a:r>
            <a:r>
              <a:rPr lang="sv-SE" dirty="0" err="1"/>
              <a:t>return</a:t>
            </a:r>
            <a:r>
              <a:rPr lang="sv-SE" dirty="0"/>
              <a:t> </a:t>
            </a:r>
            <a:r>
              <a:rPr lang="sv-SE" dirty="0" err="1"/>
              <a:t>address</a:t>
            </a:r>
            <a:r>
              <a:rPr lang="sv-SE" dirty="0"/>
              <a:t> </a:t>
            </a:r>
            <a:r>
              <a:rPr lang="sv-SE" dirty="0" err="1"/>
              <a:t>after</a:t>
            </a:r>
            <a:r>
              <a:rPr lang="sv-SE" dirty="0"/>
              <a:t> a </a:t>
            </a:r>
            <a:r>
              <a:rPr lang="sv-SE" dirty="0" err="1"/>
              <a:t>function</a:t>
            </a:r>
            <a:r>
              <a:rPr lang="sv-SE" dirty="0"/>
              <a:t> call</a:t>
            </a:r>
          </a:p>
        </p:txBody>
      </p:sp>
    </p:spTree>
    <p:extLst>
      <p:ext uri="{BB962C8B-B14F-4D97-AF65-F5344CB8AC3E}">
        <p14:creationId xmlns:p14="http://schemas.microsoft.com/office/powerpoint/2010/main" val="4172008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A97112-1046-6597-7533-1BB02F6AFA9B}"/>
              </a:ext>
            </a:extLst>
          </p:cNvPr>
          <p:cNvSpPr txBox="1"/>
          <p:nvPr/>
        </p:nvSpPr>
        <p:spPr>
          <a:xfrm>
            <a:off x="718235" y="1466913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b="1" dirty="0"/>
              <a:t>Push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92ACA1-4733-C68D-7C0D-58FECC5B6A3A}"/>
              </a:ext>
            </a:extLst>
          </p:cNvPr>
          <p:cNvSpPr/>
          <p:nvPr/>
        </p:nvSpPr>
        <p:spPr>
          <a:xfrm>
            <a:off x="1620571" y="1610593"/>
            <a:ext cx="1186004" cy="1561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C61993-D40F-FC58-25A5-A2EF7F4063FF}"/>
              </a:ext>
            </a:extLst>
          </p:cNvPr>
          <p:cNvSpPr txBox="1"/>
          <p:nvPr/>
        </p:nvSpPr>
        <p:spPr>
          <a:xfrm>
            <a:off x="718235" y="2805198"/>
            <a:ext cx="629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b="1" dirty="0"/>
              <a:t>Pop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BA5541-B4DA-ACE5-238B-AE960604D1E7}"/>
              </a:ext>
            </a:extLst>
          </p:cNvPr>
          <p:cNvSpPr txBox="1"/>
          <p:nvPr/>
        </p:nvSpPr>
        <p:spPr>
          <a:xfrm>
            <a:off x="6096000" y="795826"/>
            <a:ext cx="1115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800" b="1" dirty="0"/>
              <a:t>Stack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BDDFB4-690A-9699-41B9-B17F5487683E}"/>
              </a:ext>
            </a:extLst>
          </p:cNvPr>
          <p:cNvSpPr txBox="1"/>
          <p:nvPr/>
        </p:nvSpPr>
        <p:spPr>
          <a:xfrm>
            <a:off x="718235" y="1779638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b="1" dirty="0"/>
              <a:t>Push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A75D88-2027-93BB-0F77-06D5F1782FA4}"/>
              </a:ext>
            </a:extLst>
          </p:cNvPr>
          <p:cNvSpPr txBox="1"/>
          <p:nvPr/>
        </p:nvSpPr>
        <p:spPr>
          <a:xfrm>
            <a:off x="718235" y="2092363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b="1" dirty="0"/>
              <a:t>Push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1F5F90-831D-82A5-EDC9-01A8C4A9991F}"/>
              </a:ext>
            </a:extLst>
          </p:cNvPr>
          <p:cNvSpPr txBox="1"/>
          <p:nvPr/>
        </p:nvSpPr>
        <p:spPr>
          <a:xfrm>
            <a:off x="718235" y="2405088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b="1" dirty="0"/>
              <a:t>Push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5D5777-02ED-1AF6-964A-1C664A56BD4C}"/>
              </a:ext>
            </a:extLst>
          </p:cNvPr>
          <p:cNvSpPr/>
          <p:nvPr/>
        </p:nvSpPr>
        <p:spPr>
          <a:xfrm>
            <a:off x="1620571" y="1919633"/>
            <a:ext cx="1186004" cy="15617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2A7C04-8F4B-D2C5-C7E2-5E2102B77FDA}"/>
              </a:ext>
            </a:extLst>
          </p:cNvPr>
          <p:cNvSpPr/>
          <p:nvPr/>
        </p:nvSpPr>
        <p:spPr>
          <a:xfrm>
            <a:off x="1620571" y="2228673"/>
            <a:ext cx="1186004" cy="1561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F2561E-3F96-98AD-FE7B-084CB9CA3AC4}"/>
              </a:ext>
            </a:extLst>
          </p:cNvPr>
          <p:cNvSpPr/>
          <p:nvPr/>
        </p:nvSpPr>
        <p:spPr>
          <a:xfrm>
            <a:off x="1620571" y="2537712"/>
            <a:ext cx="1186004" cy="15617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2E09A7-0550-16B7-424B-45A632A98A7E}"/>
              </a:ext>
            </a:extLst>
          </p:cNvPr>
          <p:cNvSpPr txBox="1"/>
          <p:nvPr/>
        </p:nvSpPr>
        <p:spPr>
          <a:xfrm>
            <a:off x="718235" y="3117923"/>
            <a:ext cx="629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b="1" dirty="0"/>
              <a:t>Pop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8A4ABB-5922-A69C-55D3-CE6568A04965}"/>
              </a:ext>
            </a:extLst>
          </p:cNvPr>
          <p:cNvSpPr txBox="1"/>
          <p:nvPr/>
        </p:nvSpPr>
        <p:spPr>
          <a:xfrm>
            <a:off x="718235" y="3430648"/>
            <a:ext cx="629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b="1" dirty="0"/>
              <a:t>Pop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D48D1E-4485-1D8B-5B59-F68C04EC7BF2}"/>
              </a:ext>
            </a:extLst>
          </p:cNvPr>
          <p:cNvSpPr txBox="1"/>
          <p:nvPr/>
        </p:nvSpPr>
        <p:spPr>
          <a:xfrm>
            <a:off x="718235" y="3743372"/>
            <a:ext cx="629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b="1" dirty="0"/>
              <a:t>Pop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E2CB4C1-62BC-6AB0-48A6-7F75C88546C1}"/>
              </a:ext>
            </a:extLst>
          </p:cNvPr>
          <p:cNvCxnSpPr/>
          <p:nvPr/>
        </p:nvCxnSpPr>
        <p:spPr>
          <a:xfrm>
            <a:off x="5413972" y="5848539"/>
            <a:ext cx="298764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761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3.7037E-6 L 0.18216 3.7037E-6 C 0.26367 3.7037E-6 0.36432 0.16389 0.36432 0.29722 L 0.36432 0.59467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16" y="29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3.7037E-6 L 0.18242 -3.7037E-6 C 0.26419 -3.7037E-6 0.36497 0.14445 0.36497 0.26227 L 0.36497 0.52454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42" y="262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2.59259E-6 L 0.18216 -2.59259E-6 C 0.26367 -2.59259E-6 0.36432 0.12523 0.36432 0.22709 L 0.36432 0.4544 " pathEditMode="relative" rAng="0" ptsTypes="AAAA">
                                      <p:cBhvr>
                                        <p:cTn id="1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16" y="2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1.48148E-6 L 0.18281 -1.48148E-6 C 0.26458 -1.48148E-6 0.36576 0.10579 0.36576 0.19167 L 0.36576 0.38357 " pathEditMode="relative" rAng="0" ptsTypes="AAAA"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81" y="19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CAB17-81E4-B5A3-DB69-E0B493271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6AB058-5719-3300-B41D-56D3F886571A}"/>
              </a:ext>
            </a:extLst>
          </p:cNvPr>
          <p:cNvSpPr txBox="1"/>
          <p:nvPr/>
        </p:nvSpPr>
        <p:spPr>
          <a:xfrm>
            <a:off x="718235" y="1466913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b="1" dirty="0"/>
              <a:t>Push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9EAB97-7719-374B-4EC2-08192ADCEEFE}"/>
              </a:ext>
            </a:extLst>
          </p:cNvPr>
          <p:cNvSpPr/>
          <p:nvPr/>
        </p:nvSpPr>
        <p:spPr>
          <a:xfrm>
            <a:off x="6096000" y="5692369"/>
            <a:ext cx="1186004" cy="1561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CFBC05-69DD-A46A-42D5-460623DFDE19}"/>
              </a:ext>
            </a:extLst>
          </p:cNvPr>
          <p:cNvSpPr txBox="1"/>
          <p:nvPr/>
        </p:nvSpPr>
        <p:spPr>
          <a:xfrm>
            <a:off x="718235" y="2820155"/>
            <a:ext cx="629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b="1" dirty="0"/>
              <a:t>Pop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6BDEC4-3DC1-6F2C-13FA-DE8A731C7688}"/>
              </a:ext>
            </a:extLst>
          </p:cNvPr>
          <p:cNvSpPr txBox="1"/>
          <p:nvPr/>
        </p:nvSpPr>
        <p:spPr>
          <a:xfrm>
            <a:off x="6096000" y="795826"/>
            <a:ext cx="1115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800" b="1" dirty="0"/>
              <a:t>Stack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6543AF-10FD-92DD-B4C6-C055C53358A9}"/>
              </a:ext>
            </a:extLst>
          </p:cNvPr>
          <p:cNvSpPr txBox="1"/>
          <p:nvPr/>
        </p:nvSpPr>
        <p:spPr>
          <a:xfrm>
            <a:off x="718235" y="1779638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b="1" dirty="0"/>
              <a:t>Push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544868-6353-4DB5-93A9-CB342F3A7365}"/>
              </a:ext>
            </a:extLst>
          </p:cNvPr>
          <p:cNvSpPr txBox="1"/>
          <p:nvPr/>
        </p:nvSpPr>
        <p:spPr>
          <a:xfrm>
            <a:off x="718235" y="2092363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b="1" dirty="0"/>
              <a:t>Push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A53607-25D5-4ADB-30C7-FC6E1466EF65}"/>
              </a:ext>
            </a:extLst>
          </p:cNvPr>
          <p:cNvSpPr txBox="1"/>
          <p:nvPr/>
        </p:nvSpPr>
        <p:spPr>
          <a:xfrm>
            <a:off x="718235" y="2405088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b="1" dirty="0"/>
              <a:t>Push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46F798-719A-E95F-AADC-383C7ADA3A9F}"/>
              </a:ext>
            </a:extLst>
          </p:cNvPr>
          <p:cNvSpPr/>
          <p:nvPr/>
        </p:nvSpPr>
        <p:spPr>
          <a:xfrm>
            <a:off x="6096000" y="5536198"/>
            <a:ext cx="1186004" cy="15617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F1487A-AAD7-7EDD-9642-EC8ED7197364}"/>
              </a:ext>
            </a:extLst>
          </p:cNvPr>
          <p:cNvSpPr/>
          <p:nvPr/>
        </p:nvSpPr>
        <p:spPr>
          <a:xfrm>
            <a:off x="6096000" y="5380027"/>
            <a:ext cx="1186004" cy="1561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C8CE92-CD01-6639-0910-87679F6A549A}"/>
              </a:ext>
            </a:extLst>
          </p:cNvPr>
          <p:cNvSpPr/>
          <p:nvPr/>
        </p:nvSpPr>
        <p:spPr>
          <a:xfrm>
            <a:off x="6096000" y="5223855"/>
            <a:ext cx="1186004" cy="15617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883EFD-7906-2A1C-60E5-2CA5E4640770}"/>
              </a:ext>
            </a:extLst>
          </p:cNvPr>
          <p:cNvSpPr txBox="1"/>
          <p:nvPr/>
        </p:nvSpPr>
        <p:spPr>
          <a:xfrm>
            <a:off x="718235" y="3132880"/>
            <a:ext cx="629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b="1" dirty="0"/>
              <a:t>Pop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150774-F00B-C750-0256-A96854063EE2}"/>
              </a:ext>
            </a:extLst>
          </p:cNvPr>
          <p:cNvSpPr txBox="1"/>
          <p:nvPr/>
        </p:nvSpPr>
        <p:spPr>
          <a:xfrm>
            <a:off x="718235" y="3445605"/>
            <a:ext cx="629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b="1" dirty="0"/>
              <a:t>Pop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68F765-3C5C-622B-55DE-5CA726E2C204}"/>
              </a:ext>
            </a:extLst>
          </p:cNvPr>
          <p:cNvSpPr txBox="1"/>
          <p:nvPr/>
        </p:nvSpPr>
        <p:spPr>
          <a:xfrm>
            <a:off x="718235" y="3758329"/>
            <a:ext cx="629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b="1" dirty="0"/>
              <a:t>Pop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67CF2A8-552D-150A-3956-D4DE897267E6}"/>
              </a:ext>
            </a:extLst>
          </p:cNvPr>
          <p:cNvCxnSpPr/>
          <p:nvPr/>
        </p:nvCxnSpPr>
        <p:spPr>
          <a:xfrm>
            <a:off x="5413972" y="5848539"/>
            <a:ext cx="298764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572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1.85185E-6 L -0.18255 1.85185E-6 C -0.26446 1.85185E-6 -0.36511 -0.09421 -0.36511 -0.17084 L -0.36511 -0.34144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55" y="-17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3.33333E-6 L -0.18229 -3.33333E-6 C -0.26393 -3.33333E-6 -0.36446 -0.08796 -0.36446 -0.15902 L -0.36446 -0.31805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29" y="-15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1.48148E-6 L -0.18242 1.48148E-6 C -0.26393 1.48148E-6 -0.36446 -0.08218 -0.36446 -0.14815 L -0.36446 -0.29583 " pathEditMode="relative" rAng="0" ptsTypes="AAAA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29" y="-14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4.81481E-6 L -0.18268 4.81481E-6 C -0.26446 4.81481E-6 -0.36511 -0.07454 -0.36511 -0.13426 L -0.36511 -0.26852 " pathEditMode="relative" rAng="0" ptsTypes="AAAA">
                                      <p:cBhvr>
                                        <p:cTn id="1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55" y="-13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13121-2E08-E881-701D-600E1C90E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Recursive</a:t>
            </a:r>
            <a:r>
              <a:rPr lang="sv-SE" dirty="0"/>
              <a:t> C </a:t>
            </a:r>
            <a:r>
              <a:rPr lang="sv-SE" dirty="0" err="1"/>
              <a:t>function</a:t>
            </a:r>
            <a:r>
              <a:rPr lang="sv-SE" dirty="0"/>
              <a:t> for </a:t>
            </a:r>
            <a:r>
              <a:rPr lang="sv-SE" dirty="0" err="1"/>
              <a:t>factorial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61035-0452-5336-E3F6-2C1CC3616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v-SE" dirty="0"/>
              <a:t>long </a:t>
            </a:r>
            <a:r>
              <a:rPr lang="sv-SE" dirty="0" err="1"/>
              <a:t>rfact</a:t>
            </a:r>
            <a:r>
              <a:rPr lang="sv-SE" dirty="0"/>
              <a:t>(long n) </a:t>
            </a:r>
          </a:p>
          <a:p>
            <a:pPr marL="0" indent="0">
              <a:buNone/>
            </a:pPr>
            <a:r>
              <a:rPr lang="sv-SE" dirty="0"/>
              <a:t>{</a:t>
            </a:r>
          </a:p>
          <a:p>
            <a:pPr marL="0" indent="0">
              <a:buNone/>
            </a:pPr>
            <a:r>
              <a:rPr lang="sv-SE" dirty="0"/>
              <a:t>   long </a:t>
            </a:r>
            <a:r>
              <a:rPr lang="sv-SE" dirty="0" err="1"/>
              <a:t>result</a:t>
            </a:r>
            <a:r>
              <a:rPr lang="sv-SE" dirty="0"/>
              <a:t>;</a:t>
            </a:r>
          </a:p>
          <a:p>
            <a:pPr marL="0" indent="0">
              <a:buNone/>
            </a:pPr>
            <a:r>
              <a:rPr lang="sv-SE" dirty="0"/>
              <a:t>   </a:t>
            </a:r>
            <a:r>
              <a:rPr lang="sv-SE" dirty="0" err="1"/>
              <a:t>if</a:t>
            </a:r>
            <a:r>
              <a:rPr lang="sv-SE" dirty="0"/>
              <a:t> (n &lt;= 1)</a:t>
            </a:r>
          </a:p>
          <a:p>
            <a:pPr marL="0" indent="0">
              <a:buNone/>
            </a:pPr>
            <a:r>
              <a:rPr lang="sv-SE" dirty="0"/>
              <a:t>      </a:t>
            </a:r>
            <a:r>
              <a:rPr lang="sv-SE" dirty="0" err="1"/>
              <a:t>result</a:t>
            </a:r>
            <a:r>
              <a:rPr lang="sv-SE" dirty="0"/>
              <a:t> = 1;</a:t>
            </a:r>
          </a:p>
          <a:p>
            <a:pPr marL="0" indent="0">
              <a:buNone/>
            </a:pPr>
            <a:r>
              <a:rPr lang="sv-SE" dirty="0"/>
              <a:t>   </a:t>
            </a:r>
            <a:r>
              <a:rPr lang="sv-SE" dirty="0" err="1"/>
              <a:t>else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      </a:t>
            </a:r>
            <a:r>
              <a:rPr lang="sv-SE" dirty="0" err="1"/>
              <a:t>result</a:t>
            </a:r>
            <a:r>
              <a:rPr lang="sv-SE" dirty="0"/>
              <a:t> = n*</a:t>
            </a:r>
            <a:r>
              <a:rPr lang="sv-SE" dirty="0" err="1"/>
              <a:t>rfact</a:t>
            </a:r>
            <a:r>
              <a:rPr lang="sv-SE" dirty="0"/>
              <a:t>(n-1);</a:t>
            </a:r>
          </a:p>
          <a:p>
            <a:pPr marL="0" indent="0">
              <a:buNone/>
            </a:pPr>
            <a:r>
              <a:rPr lang="sv-SE" dirty="0"/>
              <a:t>   </a:t>
            </a:r>
            <a:r>
              <a:rPr lang="sv-SE" dirty="0" err="1"/>
              <a:t>return</a:t>
            </a:r>
            <a:r>
              <a:rPr lang="sv-SE" dirty="0"/>
              <a:t> </a:t>
            </a:r>
            <a:r>
              <a:rPr lang="sv-SE" dirty="0" err="1"/>
              <a:t>result</a:t>
            </a:r>
            <a:r>
              <a:rPr lang="sv-SE" dirty="0"/>
              <a:t>;</a:t>
            </a:r>
          </a:p>
          <a:p>
            <a:pPr marL="0" indent="0">
              <a:buNone/>
            </a:pPr>
            <a:r>
              <a:rPr lang="sv-SE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32494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7BF5B-5A52-A336-BEBD-6B0255681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1"/>
            <a:ext cx="5157787" cy="342900"/>
          </a:xfrm>
        </p:spPr>
        <p:txBody>
          <a:bodyPr>
            <a:normAutofit fontScale="85000" lnSpcReduction="20000"/>
          </a:bodyPr>
          <a:lstStyle/>
          <a:p>
            <a:r>
              <a:rPr lang="sv-SE" dirty="0"/>
              <a:t>C </a:t>
            </a:r>
            <a:r>
              <a:rPr lang="sv-SE" dirty="0" err="1"/>
              <a:t>code</a:t>
            </a:r>
            <a:endParaRPr lang="sv-S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8941A2-25A2-90E4-3D0A-6EFD7BCBD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009650"/>
            <a:ext cx="5157787" cy="54305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v-SE" dirty="0"/>
              <a:t>long </a:t>
            </a:r>
            <a:r>
              <a:rPr lang="sv-SE" dirty="0" err="1"/>
              <a:t>rfact</a:t>
            </a:r>
            <a:r>
              <a:rPr lang="sv-SE" dirty="0"/>
              <a:t>(long n) </a:t>
            </a:r>
          </a:p>
          <a:p>
            <a:pPr marL="0" indent="0">
              <a:buNone/>
            </a:pPr>
            <a:r>
              <a:rPr lang="sv-SE" dirty="0"/>
              <a:t>// n </a:t>
            </a:r>
            <a:r>
              <a:rPr lang="sv-SE" dirty="0" err="1"/>
              <a:t>stored</a:t>
            </a:r>
            <a:r>
              <a:rPr lang="sv-SE" dirty="0"/>
              <a:t> in 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{</a:t>
            </a:r>
          </a:p>
          <a:p>
            <a:pPr marL="0" indent="0">
              <a:buNone/>
            </a:pPr>
            <a:r>
              <a:rPr lang="sv-SE" dirty="0"/>
              <a:t>   long </a:t>
            </a:r>
            <a:r>
              <a:rPr lang="sv-SE" dirty="0" err="1"/>
              <a:t>result</a:t>
            </a:r>
            <a:r>
              <a:rPr lang="sv-SE" dirty="0"/>
              <a:t>;</a:t>
            </a:r>
          </a:p>
          <a:p>
            <a:pPr marL="0" indent="0">
              <a:buNone/>
            </a:pPr>
            <a:r>
              <a:rPr lang="sv-SE" dirty="0"/>
              <a:t>   </a:t>
            </a:r>
            <a:r>
              <a:rPr lang="sv-SE" dirty="0" err="1"/>
              <a:t>if</a:t>
            </a:r>
            <a:r>
              <a:rPr lang="sv-SE" dirty="0"/>
              <a:t> (n &lt;= 1)</a:t>
            </a:r>
          </a:p>
          <a:p>
            <a:pPr marL="0" indent="0">
              <a:buNone/>
            </a:pPr>
            <a:r>
              <a:rPr lang="sv-SE" dirty="0"/>
              <a:t>      </a:t>
            </a:r>
            <a:r>
              <a:rPr lang="sv-SE" dirty="0" err="1"/>
              <a:t>result</a:t>
            </a:r>
            <a:r>
              <a:rPr lang="sv-SE" dirty="0"/>
              <a:t> = 1;</a:t>
            </a:r>
          </a:p>
          <a:p>
            <a:pPr marL="0" indent="0">
              <a:buNone/>
            </a:pPr>
            <a:r>
              <a:rPr lang="sv-SE" dirty="0"/>
              <a:t>   </a:t>
            </a:r>
            <a:r>
              <a:rPr lang="sv-SE" dirty="0" err="1"/>
              <a:t>else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      </a:t>
            </a:r>
            <a:r>
              <a:rPr lang="sv-SE" dirty="0" err="1"/>
              <a:t>result</a:t>
            </a:r>
            <a:r>
              <a:rPr lang="sv-SE" dirty="0"/>
              <a:t> = n*</a:t>
            </a:r>
            <a:r>
              <a:rPr lang="sv-SE" dirty="0" err="1"/>
              <a:t>rfact</a:t>
            </a:r>
            <a:r>
              <a:rPr lang="sv-SE" dirty="0"/>
              <a:t>(n-1);</a:t>
            </a:r>
          </a:p>
          <a:p>
            <a:pPr marL="0" indent="0">
              <a:buNone/>
            </a:pPr>
            <a:r>
              <a:rPr lang="sv-SE" dirty="0"/>
              <a:t>   </a:t>
            </a:r>
            <a:r>
              <a:rPr lang="sv-SE" dirty="0" err="1"/>
              <a:t>return</a:t>
            </a:r>
            <a:r>
              <a:rPr lang="sv-SE" dirty="0"/>
              <a:t> </a:t>
            </a:r>
            <a:r>
              <a:rPr lang="sv-SE" dirty="0" err="1"/>
              <a:t>result</a:t>
            </a:r>
            <a:r>
              <a:rPr lang="sv-SE" dirty="0"/>
              <a:t>;</a:t>
            </a:r>
          </a:p>
          <a:p>
            <a:pPr marL="0" indent="0">
              <a:buNone/>
            </a:pPr>
            <a:r>
              <a:rPr lang="sv-SE" dirty="0"/>
              <a:t>}</a:t>
            </a:r>
          </a:p>
          <a:p>
            <a:pPr marL="0" indent="0">
              <a:buNone/>
            </a:pPr>
            <a:r>
              <a:rPr lang="sv-SE" dirty="0"/>
              <a:t> //</a:t>
            </a:r>
            <a:r>
              <a:rPr lang="sv-SE" dirty="0" err="1"/>
              <a:t>result</a:t>
            </a:r>
            <a:r>
              <a:rPr lang="sv-SE" dirty="0"/>
              <a:t> </a:t>
            </a:r>
            <a:r>
              <a:rPr lang="sv-SE" dirty="0" err="1"/>
              <a:t>returned</a:t>
            </a:r>
            <a:r>
              <a:rPr lang="sv-SE" dirty="0"/>
              <a:t> in </a:t>
            </a:r>
            <a:r>
              <a:rPr lang="sv-SE" dirty="0" err="1"/>
              <a:t>rax</a:t>
            </a:r>
            <a:endParaRPr lang="sv-S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37373-13AC-139A-5426-FD85E5B80A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47651"/>
            <a:ext cx="5183188" cy="342900"/>
          </a:xfrm>
        </p:spPr>
        <p:txBody>
          <a:bodyPr>
            <a:normAutofit fontScale="85000" lnSpcReduction="20000"/>
          </a:bodyPr>
          <a:lstStyle/>
          <a:p>
            <a:r>
              <a:rPr lang="sv-SE" dirty="0"/>
              <a:t>X86-64 </a:t>
            </a:r>
            <a:r>
              <a:rPr lang="sv-SE" dirty="0" err="1"/>
              <a:t>assembly</a:t>
            </a:r>
            <a:r>
              <a:rPr lang="sv-SE" dirty="0"/>
              <a:t> </a:t>
            </a:r>
            <a:r>
              <a:rPr lang="sv-SE" dirty="0" err="1"/>
              <a:t>code</a:t>
            </a:r>
            <a:r>
              <a:rPr lang="sv-SE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272C19-996D-3AB1-5170-CC6C2D59A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296277" y="1009650"/>
            <a:ext cx="6708618" cy="51800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/>
              <a:t>	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214682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07F30-DAB7-6DBE-5146-F56D31A45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An </a:t>
            </a:r>
            <a:r>
              <a:rPr lang="sv-SE" dirty="0" err="1"/>
              <a:t>Example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BE88D-7977-74F0-CAAC-8A65E64A63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sv-SE" dirty="0" err="1"/>
              <a:t>int</a:t>
            </a:r>
            <a:r>
              <a:rPr lang="sv-SE" dirty="0"/>
              <a:t> </a:t>
            </a:r>
            <a:r>
              <a:rPr lang="sv-SE" dirty="0" err="1"/>
              <a:t>main</a:t>
            </a:r>
            <a:r>
              <a:rPr lang="sv-SE" dirty="0"/>
              <a:t>()</a:t>
            </a:r>
          </a:p>
          <a:p>
            <a:pPr marL="0" indent="0">
              <a:buNone/>
            </a:pPr>
            <a:r>
              <a:rPr lang="sv-SE" dirty="0"/>
              <a:t>{</a:t>
            </a:r>
          </a:p>
          <a:p>
            <a:pPr marL="0" indent="0">
              <a:buNone/>
            </a:pPr>
            <a:r>
              <a:rPr lang="sv-SE" dirty="0"/>
              <a:t>   …</a:t>
            </a:r>
          </a:p>
          <a:p>
            <a:pPr marL="0" indent="0">
              <a:buNone/>
            </a:pPr>
            <a:r>
              <a:rPr lang="sv-SE" dirty="0"/>
              <a:t>   </a:t>
            </a:r>
            <a:r>
              <a:rPr lang="sv-SE" dirty="0">
                <a:highlight>
                  <a:srgbClr val="FFFF00"/>
                </a:highlight>
              </a:rPr>
              <a:t>long fact4 = </a:t>
            </a:r>
            <a:r>
              <a:rPr lang="sv-SE" dirty="0" err="1">
                <a:highlight>
                  <a:srgbClr val="FFFF00"/>
                </a:highlight>
              </a:rPr>
              <a:t>rfact</a:t>
            </a:r>
            <a:r>
              <a:rPr lang="sv-SE" dirty="0">
                <a:highlight>
                  <a:srgbClr val="FFFF00"/>
                </a:highlight>
              </a:rPr>
              <a:t>(4)</a:t>
            </a:r>
          </a:p>
          <a:p>
            <a:pPr marL="0" indent="0">
              <a:buNone/>
            </a:pPr>
            <a:r>
              <a:rPr lang="sv-SE" dirty="0"/>
              <a:t>   …</a:t>
            </a:r>
          </a:p>
          <a:p>
            <a:pPr marL="0" indent="0">
              <a:buNone/>
            </a:pPr>
            <a:r>
              <a:rPr lang="sv-SE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BA2752-11DA-3BDD-02DC-E5B514044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68669"/>
            <a:ext cx="5181600" cy="492420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sv-SE" dirty="0"/>
              <a:t>	…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$4, 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>
                <a:highlight>
                  <a:srgbClr val="FFFF00"/>
                </a:highlight>
              </a:rPr>
              <a:t>call		</a:t>
            </a:r>
            <a:r>
              <a:rPr lang="sv-SE" dirty="0" err="1">
                <a:highlight>
                  <a:srgbClr val="FFFF00"/>
                </a:highlight>
              </a:rPr>
              <a:t>rfact</a:t>
            </a:r>
            <a:endParaRPr lang="sv-SE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sv-SE" dirty="0"/>
              <a:t>.L36: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rax</a:t>
            </a:r>
            <a:r>
              <a:rPr lang="sv-SE" dirty="0"/>
              <a:t>, fact4</a:t>
            </a:r>
          </a:p>
          <a:p>
            <a:pPr marL="0" indent="0">
              <a:buNone/>
            </a:pPr>
            <a:r>
              <a:rPr lang="sv-SE" dirty="0"/>
              <a:t>	… </a:t>
            </a:r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assume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the </a:t>
            </a:r>
            <a:r>
              <a:rPr lang="sv-SE" dirty="0" err="1"/>
              <a:t>address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br>
              <a:rPr lang="sv-SE" dirty="0"/>
            </a:br>
            <a:r>
              <a:rPr lang="sv-SE" dirty="0"/>
              <a:t>.L36 is 2000, and </a:t>
            </a:r>
            <a:r>
              <a:rPr lang="sv-SE" dirty="0" err="1"/>
              <a:t>that</a:t>
            </a:r>
            <a:r>
              <a:rPr lang="sv-SE" dirty="0"/>
              <a:t> the </a:t>
            </a:r>
            <a:r>
              <a:rPr lang="sv-SE" dirty="0" err="1"/>
              <a:t>address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imul-instruction</a:t>
            </a:r>
            <a:r>
              <a:rPr lang="sv-SE" dirty="0"/>
              <a:t> just </a:t>
            </a:r>
            <a:r>
              <a:rPr lang="sv-SE" dirty="0" err="1"/>
              <a:t>before</a:t>
            </a:r>
            <a:r>
              <a:rPr lang="sv-SE" dirty="0"/>
              <a:t> .L35 is 1000 and </a:t>
            </a:r>
            <a:r>
              <a:rPr lang="sv-SE" dirty="0" err="1"/>
              <a:t>that</a:t>
            </a:r>
            <a:r>
              <a:rPr lang="sv-SE" dirty="0"/>
              <a:t> the stack pointer (%</a:t>
            </a:r>
            <a:r>
              <a:rPr lang="sv-SE" dirty="0" err="1"/>
              <a:t>rsp</a:t>
            </a:r>
            <a:r>
              <a:rPr lang="sv-SE" dirty="0"/>
              <a:t>) is 3000.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also</a:t>
            </a:r>
            <a:r>
              <a:rPr lang="sv-SE" dirty="0"/>
              <a:t> </a:t>
            </a:r>
            <a:r>
              <a:rPr lang="sv-SE" dirty="0" err="1"/>
              <a:t>assume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%</a:t>
            </a:r>
            <a:r>
              <a:rPr lang="sv-SE" dirty="0" err="1"/>
              <a:t>rbx</a:t>
            </a:r>
            <a:r>
              <a:rPr lang="sv-SE" dirty="0"/>
              <a:t> is 555.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use</a:t>
            </a:r>
            <a:r>
              <a:rPr lang="sv-SE" dirty="0"/>
              <a:t> decimal </a:t>
            </a:r>
            <a:r>
              <a:rPr lang="sv-SE" dirty="0" err="1"/>
              <a:t>numbers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44447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D9E4-E019-F94E-DA52-B6B052FAE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5382A5-9A3A-8FAF-8A69-F4956E339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4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555		2992: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2992		</a:t>
            </a:r>
          </a:p>
          <a:p>
            <a:pPr marL="0" indent="0">
              <a:buNone/>
            </a:pPr>
            <a:endParaRPr lang="sv-S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1D0795-F0A2-79B6-C486-BFF7C3EAD1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>
                <a:highlight>
                  <a:srgbClr val="FFFF00"/>
                </a:highlight>
              </a:rPr>
              <a:t>pushq</a:t>
            </a:r>
            <a:r>
              <a:rPr lang="sv-SE" dirty="0">
                <a:highlight>
                  <a:srgbClr val="FFFF00"/>
                </a:highlight>
              </a:rPr>
              <a:t>	%</a:t>
            </a:r>
            <a:r>
              <a:rPr lang="sv-SE" dirty="0" err="1">
                <a:highlight>
                  <a:srgbClr val="FFFF00"/>
                </a:highlight>
              </a:rPr>
              <a:t>rbx</a:t>
            </a:r>
            <a:r>
              <a:rPr lang="sv-SE" dirty="0"/>
              <a:t>	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F083FD8-E8D0-6DAA-A217-C067D893D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first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288021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AB3FC-4C67-2EAD-25E0-7631CB037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0B80B-A11F-B9E7-AC91-49A5CC63B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4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555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2984		2984:</a:t>
            </a:r>
          </a:p>
          <a:p>
            <a:pPr marL="0" indent="0">
              <a:buNone/>
            </a:pPr>
            <a:endParaRPr lang="sv-S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5A7ADF-180E-8966-ECF1-14417C8247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/>
              <a:t>	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movq</a:t>
            </a:r>
            <a:r>
              <a:rPr lang="sv-SE" dirty="0">
                <a:highlight>
                  <a:srgbClr val="FFFF00"/>
                </a:highlight>
              </a:rPr>
              <a:t>		%</a:t>
            </a:r>
            <a:r>
              <a:rPr lang="sv-SE" dirty="0" err="1">
                <a:highlight>
                  <a:srgbClr val="FFFF00"/>
                </a:highlight>
              </a:rPr>
              <a:t>rdi</a:t>
            </a:r>
            <a:r>
              <a:rPr lang="sv-SE" dirty="0">
                <a:highlight>
                  <a:srgbClr val="FFFF00"/>
                </a:highlight>
              </a:rPr>
              <a:t>, %</a:t>
            </a:r>
            <a:r>
              <a:rPr lang="sv-SE" dirty="0" err="1">
                <a:highlight>
                  <a:srgbClr val="FFFF00"/>
                </a:highlight>
              </a:rPr>
              <a:t>rbx</a:t>
            </a:r>
            <a:endParaRPr lang="sv-SE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7C00188-D68A-0940-9126-AD790D597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first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04120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2A096-2614-3E01-8261-31DC0A5A0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F89F1-59F8-C6D8-D49A-8D8ABE96E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4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4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2984		2984:</a:t>
            </a:r>
          </a:p>
          <a:p>
            <a:pPr marL="0" indent="0">
              <a:buNone/>
            </a:pPr>
            <a:endParaRPr lang="sv-S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58E3A3-8085-E85D-D50B-9889BEAD21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/>
              <a:t>	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movq</a:t>
            </a:r>
            <a:r>
              <a:rPr lang="sv-SE" dirty="0">
                <a:highlight>
                  <a:srgbClr val="FFFF00"/>
                </a:highlight>
              </a:rPr>
              <a:t>		$1, %</a:t>
            </a:r>
            <a:r>
              <a:rPr lang="sv-SE" dirty="0" err="1">
                <a:highlight>
                  <a:srgbClr val="FFFF00"/>
                </a:highlight>
              </a:rPr>
              <a:t>rax</a:t>
            </a:r>
            <a:endParaRPr lang="sv-SE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EBBC825-1FAE-33A8-171C-11C0BF845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first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223429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29A9A-7022-5209-C626-7624556BE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7CE15-939F-44C3-3191-A11AB79C8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4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4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2984		2984: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D943A4-0DAD-A98B-65EA-C4DF13BF1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/>
              <a:t>	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compq</a:t>
            </a:r>
            <a:r>
              <a:rPr lang="sv-SE" dirty="0">
                <a:highlight>
                  <a:srgbClr val="FFFF00"/>
                </a:highlight>
              </a:rPr>
              <a:t>	$1, %</a:t>
            </a:r>
            <a:r>
              <a:rPr lang="sv-SE" dirty="0" err="1">
                <a:highlight>
                  <a:srgbClr val="FFFF00"/>
                </a:highlight>
              </a:rPr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71FECBE-1A7D-A152-F378-AA8213388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first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717552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9F137-23A6-4D4C-A5F5-CDE631CB7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D1E64-C898-43A8-387F-5C8CE049E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4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4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2984		2984: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</a:t>
            </a:r>
          </a:p>
          <a:p>
            <a:pPr marL="0" indent="0">
              <a:buNone/>
            </a:pPr>
            <a:r>
              <a:rPr lang="sv-SE" dirty="0"/>
              <a:t>ZF: 0 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4FDDE0-F720-3B08-83CA-01A23CF173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/>
              <a:t>	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jle</a:t>
            </a:r>
            <a:r>
              <a:rPr lang="sv-SE" dirty="0">
                <a:highlight>
                  <a:srgbClr val="FFFF00"/>
                </a:highlight>
              </a:rPr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6588623-4E58-04F4-6BDD-E4B0037A0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first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997541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E13C8-29F6-C24E-A6B8-CAF37336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16D32-F7BC-1AE5-00BB-8B6E3204F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4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4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2984		2984: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</a:t>
            </a:r>
          </a:p>
          <a:p>
            <a:pPr marL="0" indent="0">
              <a:buNone/>
            </a:pPr>
            <a:r>
              <a:rPr lang="sv-SE" dirty="0"/>
              <a:t>ZF: 0 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989DC6-E8A9-70A7-9E29-9379EE4F4F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/>
              <a:t>	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decq</a:t>
            </a:r>
            <a:r>
              <a:rPr lang="sv-SE" dirty="0">
                <a:highlight>
                  <a:srgbClr val="FFFF00"/>
                </a:highlight>
              </a:rPr>
              <a:t>		%</a:t>
            </a:r>
            <a:r>
              <a:rPr lang="sv-SE" dirty="0" err="1">
                <a:highlight>
                  <a:srgbClr val="FFFF00"/>
                </a:highlight>
              </a:rPr>
              <a:t>rdi</a:t>
            </a:r>
            <a:endParaRPr lang="sv-SE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0C51DE9-D4F2-BAF4-0E0F-C5DCD7EED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first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07529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D563E-A4D6-CB06-90E6-252EBE2DC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1C0527-750C-4408-D5FE-55445B12D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3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4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2984		2984: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</a:t>
            </a:r>
          </a:p>
          <a:p>
            <a:pPr marL="0" indent="0">
              <a:buNone/>
            </a:pPr>
            <a:r>
              <a:rPr lang="sv-SE" dirty="0"/>
              <a:t>ZF: 0 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91FDBC-1CE7-84F9-0946-C1BEFA4B8A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/>
              <a:t>	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>
                <a:highlight>
                  <a:srgbClr val="FFFF00"/>
                </a:highlight>
              </a:rPr>
              <a:t>call		</a:t>
            </a:r>
            <a:r>
              <a:rPr lang="sv-SE" dirty="0" err="1">
                <a:highlight>
                  <a:srgbClr val="FFFF00"/>
                </a:highlight>
              </a:rPr>
              <a:t>rfact</a:t>
            </a:r>
            <a:endParaRPr lang="sv-SE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50B7510-AAD1-0303-CBE1-CCD82D0C9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first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6399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FC491-94D6-3C3C-E5BD-F3BD0DD8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B4C2B-F259-AA8B-9AAD-B0A8AAAE1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3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4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2976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			2976:</a:t>
            </a:r>
          </a:p>
          <a:p>
            <a:pPr marL="0" indent="0">
              <a:buNone/>
            </a:pPr>
            <a:r>
              <a:rPr lang="sv-SE" dirty="0"/>
              <a:t>ZF: 0 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30AE77-D9C0-F514-CB18-5891E74C4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>
                <a:highlight>
                  <a:srgbClr val="FFFF00"/>
                </a:highlight>
              </a:rPr>
              <a:t>pushq</a:t>
            </a:r>
            <a:r>
              <a:rPr lang="sv-SE" dirty="0">
                <a:highlight>
                  <a:srgbClr val="FFFF00"/>
                </a:highlight>
              </a:rPr>
              <a:t>	%</a:t>
            </a:r>
            <a:r>
              <a:rPr lang="sv-SE" dirty="0" err="1">
                <a:highlight>
                  <a:srgbClr val="FFFF00"/>
                </a:highlight>
              </a:rPr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88CFE57-8406-BF1B-6F16-C21EDD684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second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355743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17FA4-26A0-AA8D-FCC6-73D4810D7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3DC2-3383-AD6C-99AF-9DBBADDE4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3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4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2968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			2976:		        4</a:t>
            </a:r>
          </a:p>
          <a:p>
            <a:pPr marL="0" indent="0">
              <a:buNone/>
            </a:pPr>
            <a:r>
              <a:rPr lang="sv-SE" dirty="0"/>
              <a:t>ZF: 0 …		2968: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B7116C-5C3A-D72E-7491-B80E498BAB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/>
              <a:t>	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movq</a:t>
            </a:r>
            <a:r>
              <a:rPr lang="sv-SE" dirty="0">
                <a:highlight>
                  <a:srgbClr val="FFFF00"/>
                </a:highlight>
              </a:rPr>
              <a:t>		%</a:t>
            </a:r>
            <a:r>
              <a:rPr lang="sv-SE" dirty="0" err="1">
                <a:highlight>
                  <a:srgbClr val="FFFF00"/>
                </a:highlight>
              </a:rPr>
              <a:t>rdi</a:t>
            </a:r>
            <a:r>
              <a:rPr lang="sv-SE" dirty="0">
                <a:highlight>
                  <a:srgbClr val="FFFF00"/>
                </a:highlight>
              </a:rPr>
              <a:t>, %</a:t>
            </a:r>
            <a:r>
              <a:rPr lang="sv-SE" dirty="0" err="1">
                <a:highlight>
                  <a:srgbClr val="FFFF00"/>
                </a:highlight>
              </a:rPr>
              <a:t>rbx</a:t>
            </a:r>
            <a:endParaRPr lang="sv-SE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969F5E7-1F8A-02DB-8A2E-C93616BCE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second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881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E8641-1C14-9EEA-389F-CFDADA2C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2E5E98-1D2E-CD66-50F9-24E29F4D0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3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3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2968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			2976:		        4</a:t>
            </a:r>
          </a:p>
          <a:p>
            <a:pPr marL="0" indent="0">
              <a:buNone/>
            </a:pPr>
            <a:r>
              <a:rPr lang="sv-SE" dirty="0"/>
              <a:t>ZF: 0 …		2968: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9A5EF6-E15F-49F9-8317-37F987B3AE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/>
              <a:t>	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movq</a:t>
            </a:r>
            <a:r>
              <a:rPr lang="sv-SE" dirty="0">
                <a:highlight>
                  <a:srgbClr val="FFFF00"/>
                </a:highlight>
              </a:rPr>
              <a:t>		$1, %</a:t>
            </a:r>
            <a:r>
              <a:rPr lang="sv-SE" dirty="0" err="1">
                <a:highlight>
                  <a:srgbClr val="FFFF00"/>
                </a:highlight>
              </a:rPr>
              <a:t>rax</a:t>
            </a:r>
            <a:endParaRPr lang="sv-SE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0AAFE82-2CA9-DABB-4A98-853622B5F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second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242900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4E46A-7B75-6CF5-9B00-D760DE92E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1C6FE7-346C-83B1-AAA0-362B86576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3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3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2968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			2976:		        4</a:t>
            </a:r>
          </a:p>
          <a:p>
            <a:pPr marL="0" indent="0">
              <a:buNone/>
            </a:pPr>
            <a:r>
              <a:rPr lang="sv-SE" dirty="0"/>
              <a:t>ZF: 0 …		2968: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2A2345-8B73-30C1-73E5-FB7984B2C8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/>
              <a:t>	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compq</a:t>
            </a:r>
            <a:r>
              <a:rPr lang="sv-SE" dirty="0">
                <a:highlight>
                  <a:srgbClr val="FFFF00"/>
                </a:highlight>
              </a:rPr>
              <a:t>	$1, %</a:t>
            </a:r>
            <a:r>
              <a:rPr lang="sv-SE" dirty="0" err="1">
                <a:highlight>
                  <a:srgbClr val="FFFF00"/>
                </a:highlight>
              </a:rPr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3B99AC-5EA9-A887-C4DF-774CB851F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second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48552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36D3D-000B-9AC3-AD58-5F1DEA17B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63989-E830-1C98-E463-77649BF48B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3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3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2968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			2976:		        4</a:t>
            </a:r>
          </a:p>
          <a:p>
            <a:pPr marL="0" indent="0">
              <a:buNone/>
            </a:pPr>
            <a:r>
              <a:rPr lang="sv-SE" dirty="0"/>
              <a:t>ZF: 0 …		2968: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5F1E22-1E44-C342-9B50-8DAA84622A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/>
              <a:t>	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jle</a:t>
            </a:r>
            <a:r>
              <a:rPr lang="sv-SE" dirty="0">
                <a:highlight>
                  <a:srgbClr val="FFFF00"/>
                </a:highlight>
              </a:rPr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4577762-A892-1CAA-9611-1AEBD988A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second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735462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E2D5E-0E2B-4D5E-BB4D-4E3DC8FEC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D08A0-2A7C-C241-1DC5-7C51270BD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3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3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2968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			2976:		        4</a:t>
            </a:r>
          </a:p>
          <a:p>
            <a:pPr marL="0" indent="0">
              <a:buNone/>
            </a:pPr>
            <a:r>
              <a:rPr lang="sv-SE" dirty="0"/>
              <a:t>ZF: 0 …		2968: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5BAEE9-E302-4DBB-1186-450538C060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/>
              <a:t>	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decq</a:t>
            </a:r>
            <a:r>
              <a:rPr lang="sv-SE" dirty="0">
                <a:highlight>
                  <a:srgbClr val="FFFF00"/>
                </a:highlight>
              </a:rPr>
              <a:t>		%</a:t>
            </a:r>
            <a:r>
              <a:rPr lang="sv-SE" dirty="0" err="1">
                <a:highlight>
                  <a:srgbClr val="FFFF00"/>
                </a:highlight>
              </a:rPr>
              <a:t>rdi</a:t>
            </a:r>
            <a:endParaRPr lang="sv-SE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ECC700E-4880-3F12-6206-1B4192EEB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second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7226805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85A01-85F6-EAE7-1ADC-7F16D0271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32D7F-F086-D6EE-C39C-0FBBC48D5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2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3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2968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			2976:		        4</a:t>
            </a:r>
          </a:p>
          <a:p>
            <a:pPr marL="0" indent="0">
              <a:buNone/>
            </a:pPr>
            <a:r>
              <a:rPr lang="sv-SE" dirty="0"/>
              <a:t>ZF: 0 …		2968: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47DB0E-91CE-121F-E90E-C7D94A8576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/>
              <a:t>	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>
                <a:highlight>
                  <a:srgbClr val="FFFF00"/>
                </a:highlight>
              </a:rPr>
              <a:t>call		</a:t>
            </a:r>
            <a:r>
              <a:rPr lang="sv-SE" dirty="0" err="1">
                <a:highlight>
                  <a:srgbClr val="FFFF00"/>
                </a:highlight>
              </a:rPr>
              <a:t>rfact</a:t>
            </a:r>
            <a:endParaRPr lang="sv-SE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85A838B-722F-86A9-4370-BB281539B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second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669480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92A09-053F-5988-7416-FAE4871D1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1B927-9ECC-217F-1D9F-2C54E44FC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2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3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2960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			2976:		        4</a:t>
            </a:r>
          </a:p>
          <a:p>
            <a:pPr marL="0" indent="0">
              <a:buNone/>
            </a:pPr>
            <a:r>
              <a:rPr lang="sv-SE" dirty="0"/>
              <a:t>ZF: 0 …		2968:		1000</a:t>
            </a:r>
          </a:p>
          <a:p>
            <a:pPr marL="0" indent="0">
              <a:buNone/>
            </a:pPr>
            <a:r>
              <a:rPr lang="sv-SE" dirty="0"/>
              <a:t>			2960: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F023E5-E04E-55A2-D0A9-8A47598528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>
                <a:highlight>
                  <a:srgbClr val="FFFF00"/>
                </a:highlight>
              </a:rPr>
              <a:t>pushq</a:t>
            </a:r>
            <a:r>
              <a:rPr lang="sv-SE" dirty="0">
                <a:highlight>
                  <a:srgbClr val="FFFF00"/>
                </a:highlight>
              </a:rPr>
              <a:t>	%</a:t>
            </a:r>
            <a:r>
              <a:rPr lang="sv-SE" dirty="0" err="1">
                <a:highlight>
                  <a:srgbClr val="FFFF00"/>
                </a:highlight>
              </a:rPr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7A7AC3F-0A69-0A28-6F6E-1ED44373E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third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71342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306DD-F75D-2DFA-35E8-D22AA195C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7CD61C-A426-7681-1FFA-215C2749F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2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3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2952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			2976:		        4</a:t>
            </a:r>
          </a:p>
          <a:p>
            <a:pPr marL="0" indent="0">
              <a:buNone/>
            </a:pPr>
            <a:r>
              <a:rPr lang="sv-SE" dirty="0"/>
              <a:t>ZF: 0 …		2968:		1000</a:t>
            </a:r>
          </a:p>
          <a:p>
            <a:pPr marL="0" indent="0">
              <a:buNone/>
            </a:pPr>
            <a:r>
              <a:rPr lang="sv-SE" dirty="0"/>
              <a:t>			2960:		        3</a:t>
            </a:r>
          </a:p>
          <a:p>
            <a:pPr marL="0" indent="0">
              <a:buNone/>
            </a:pPr>
            <a:r>
              <a:rPr lang="sv-SE" dirty="0"/>
              <a:t>			2952: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04407-4855-CBEA-8FD7-D0DA437EB1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movq</a:t>
            </a:r>
            <a:r>
              <a:rPr lang="sv-SE" dirty="0">
                <a:highlight>
                  <a:srgbClr val="FFFF00"/>
                </a:highlight>
              </a:rPr>
              <a:t>		%</a:t>
            </a:r>
            <a:r>
              <a:rPr lang="sv-SE" dirty="0" err="1">
                <a:highlight>
                  <a:srgbClr val="FFFF00"/>
                </a:highlight>
              </a:rPr>
              <a:t>rdi</a:t>
            </a:r>
            <a:r>
              <a:rPr lang="sv-SE" dirty="0">
                <a:highlight>
                  <a:srgbClr val="FFFF00"/>
                </a:highlight>
              </a:rPr>
              <a:t>, %</a:t>
            </a:r>
            <a:r>
              <a:rPr lang="sv-SE" dirty="0" err="1">
                <a:highlight>
                  <a:srgbClr val="FFFF00"/>
                </a:highlight>
              </a:rPr>
              <a:t>rbx</a:t>
            </a:r>
            <a:endParaRPr lang="sv-SE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EEDD053-6078-C73C-B86C-E3AE7219E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third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8748167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B1D91-8A0B-9B91-457A-5CEC1D10E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6BD4C-BD41-77BB-E4A0-27F67E2C2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2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2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2952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			2976:		        4</a:t>
            </a:r>
          </a:p>
          <a:p>
            <a:pPr marL="0" indent="0">
              <a:buNone/>
            </a:pPr>
            <a:r>
              <a:rPr lang="sv-SE" dirty="0"/>
              <a:t>ZF: 0 …		2968:		1000</a:t>
            </a:r>
          </a:p>
          <a:p>
            <a:pPr marL="0" indent="0">
              <a:buNone/>
            </a:pPr>
            <a:r>
              <a:rPr lang="sv-SE" dirty="0"/>
              <a:t>			2960:		        3</a:t>
            </a:r>
          </a:p>
          <a:p>
            <a:pPr marL="0" indent="0">
              <a:buNone/>
            </a:pPr>
            <a:r>
              <a:rPr lang="sv-SE" dirty="0"/>
              <a:t>			2952: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8B01C2-7953-DB95-ECE3-E2D80551E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movq</a:t>
            </a:r>
            <a:r>
              <a:rPr lang="sv-SE" dirty="0">
                <a:highlight>
                  <a:srgbClr val="FFFF00"/>
                </a:highlight>
              </a:rPr>
              <a:t>		$1, %</a:t>
            </a:r>
            <a:r>
              <a:rPr lang="sv-SE" dirty="0" err="1">
                <a:highlight>
                  <a:srgbClr val="FFFF00"/>
                </a:highlight>
              </a:rPr>
              <a:t>rax</a:t>
            </a:r>
            <a:endParaRPr lang="sv-SE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BCF15F9-72A8-5737-5B4D-AE5E43E83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third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0491890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6C89C-A402-8944-6031-85488439B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A97F60-69EF-3BDA-D99E-DEA406930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2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2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2952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			2976:		        4</a:t>
            </a:r>
          </a:p>
          <a:p>
            <a:pPr marL="0" indent="0">
              <a:buNone/>
            </a:pPr>
            <a:r>
              <a:rPr lang="sv-SE" dirty="0"/>
              <a:t>ZF: 0 …		2968:		1000</a:t>
            </a:r>
          </a:p>
          <a:p>
            <a:pPr marL="0" indent="0">
              <a:buNone/>
            </a:pPr>
            <a:r>
              <a:rPr lang="sv-SE" dirty="0"/>
              <a:t>			2960:		        3</a:t>
            </a:r>
          </a:p>
          <a:p>
            <a:pPr marL="0" indent="0">
              <a:buNone/>
            </a:pPr>
            <a:r>
              <a:rPr lang="sv-SE" dirty="0"/>
              <a:t>			2952: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60C39E-B7D0-27E4-1AFB-0568ADA678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compq</a:t>
            </a:r>
            <a:r>
              <a:rPr lang="sv-SE" dirty="0">
                <a:highlight>
                  <a:srgbClr val="FFFF00"/>
                </a:highlight>
              </a:rPr>
              <a:t>	$1, %</a:t>
            </a:r>
            <a:r>
              <a:rPr lang="sv-SE" dirty="0" err="1">
                <a:highlight>
                  <a:srgbClr val="FFFF00"/>
                </a:highlight>
              </a:rPr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A8F7844-4C60-C8C8-81EE-246A70433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third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3565188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C5A5A-D49F-096E-8333-6B6A2CAD6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6DC08B-60CA-2581-BDEF-A0906571D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2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2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2952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			2976:		        4</a:t>
            </a:r>
          </a:p>
          <a:p>
            <a:pPr marL="0" indent="0">
              <a:buNone/>
            </a:pPr>
            <a:r>
              <a:rPr lang="sv-SE" dirty="0"/>
              <a:t>ZF: 0 …		2968:		1000</a:t>
            </a:r>
          </a:p>
          <a:p>
            <a:pPr marL="0" indent="0">
              <a:buNone/>
            </a:pPr>
            <a:r>
              <a:rPr lang="sv-SE" dirty="0"/>
              <a:t>			2960:		        3</a:t>
            </a:r>
          </a:p>
          <a:p>
            <a:pPr marL="0" indent="0">
              <a:buNone/>
            </a:pPr>
            <a:r>
              <a:rPr lang="sv-SE" dirty="0"/>
              <a:t>			2952: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7B8B6-224D-C657-3FBC-3904EA0880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jle</a:t>
            </a:r>
            <a:r>
              <a:rPr lang="sv-SE" dirty="0">
                <a:highlight>
                  <a:srgbClr val="FFFF00"/>
                </a:highlight>
              </a:rPr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37F46A9-D607-7F2F-7863-D85053DFB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third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995213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68862-6930-BCC1-7C0F-30ECD0B45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CE538F-DADE-60E2-7354-A5735AE6A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2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2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2952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			2976:		        4</a:t>
            </a:r>
          </a:p>
          <a:p>
            <a:pPr marL="0" indent="0">
              <a:buNone/>
            </a:pPr>
            <a:r>
              <a:rPr lang="sv-SE" dirty="0"/>
              <a:t>ZF: 0 …		2968:		1000</a:t>
            </a:r>
          </a:p>
          <a:p>
            <a:pPr marL="0" indent="0">
              <a:buNone/>
            </a:pPr>
            <a:r>
              <a:rPr lang="sv-SE" dirty="0"/>
              <a:t>			2960:		        3</a:t>
            </a:r>
          </a:p>
          <a:p>
            <a:pPr marL="0" indent="0">
              <a:buNone/>
            </a:pPr>
            <a:r>
              <a:rPr lang="sv-SE" dirty="0"/>
              <a:t>			2952: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FBE509-45CC-1B75-2ADD-E4BB4C3CA7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decq</a:t>
            </a:r>
            <a:r>
              <a:rPr lang="sv-SE" dirty="0">
                <a:highlight>
                  <a:srgbClr val="FFFF00"/>
                </a:highlight>
              </a:rPr>
              <a:t>		%</a:t>
            </a:r>
            <a:r>
              <a:rPr lang="sv-SE" dirty="0" err="1">
                <a:highlight>
                  <a:srgbClr val="FFFF00"/>
                </a:highlight>
              </a:rPr>
              <a:t>rdi</a:t>
            </a:r>
            <a:endParaRPr lang="sv-SE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DBD8DF4-9CFF-07E9-9C40-5E7356C3E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third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6303204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0C78D-3B52-DAF5-C08E-B464AB0CA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2B02B1-C5D0-9E7B-4750-312E6F2DC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1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2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2952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			2976:		        4</a:t>
            </a:r>
          </a:p>
          <a:p>
            <a:pPr marL="0" indent="0">
              <a:buNone/>
            </a:pPr>
            <a:r>
              <a:rPr lang="sv-SE" dirty="0"/>
              <a:t>ZF: 0 …		2968:		1000</a:t>
            </a:r>
          </a:p>
          <a:p>
            <a:pPr marL="0" indent="0">
              <a:buNone/>
            </a:pPr>
            <a:r>
              <a:rPr lang="sv-SE" dirty="0"/>
              <a:t>			2960:		        3</a:t>
            </a:r>
          </a:p>
          <a:p>
            <a:pPr marL="0" indent="0">
              <a:buNone/>
            </a:pPr>
            <a:r>
              <a:rPr lang="sv-SE" dirty="0"/>
              <a:t>			2952: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A04B09-D514-36C0-1FC9-AD09179847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>
                <a:highlight>
                  <a:srgbClr val="FFFF00"/>
                </a:highlight>
              </a:rPr>
              <a:t>call		</a:t>
            </a:r>
            <a:r>
              <a:rPr lang="sv-SE" dirty="0" err="1">
                <a:highlight>
                  <a:srgbClr val="FFFF00"/>
                </a:highlight>
              </a:rPr>
              <a:t>rfact</a:t>
            </a:r>
            <a:endParaRPr lang="sv-SE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743175F-99E2-2ABC-28F6-04BAE3678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third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72939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E047D-D190-3134-932B-2AACBB1C2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E2D52A-06DE-61C5-2A1E-124ABE1C0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1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2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2944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			2976:		        4</a:t>
            </a:r>
          </a:p>
          <a:p>
            <a:pPr marL="0" indent="0">
              <a:buNone/>
            </a:pPr>
            <a:r>
              <a:rPr lang="sv-SE" dirty="0"/>
              <a:t>ZF: 0 …		2968:		1000</a:t>
            </a:r>
          </a:p>
          <a:p>
            <a:pPr marL="0" indent="0">
              <a:buNone/>
            </a:pPr>
            <a:r>
              <a:rPr lang="sv-SE" dirty="0"/>
              <a:t>			2960:		        3</a:t>
            </a:r>
          </a:p>
          <a:p>
            <a:pPr marL="0" indent="0">
              <a:buNone/>
            </a:pPr>
            <a:r>
              <a:rPr lang="sv-SE" dirty="0"/>
              <a:t>			2952:		1000</a:t>
            </a:r>
          </a:p>
          <a:p>
            <a:pPr marL="0" indent="0">
              <a:buNone/>
            </a:pPr>
            <a:r>
              <a:rPr lang="sv-SE" dirty="0"/>
              <a:t>			2944: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B067DA-9F48-ADC1-DED8-B6C05B7A9B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>
                <a:highlight>
                  <a:srgbClr val="FFFF00"/>
                </a:highlight>
              </a:rPr>
              <a:t>pushq</a:t>
            </a:r>
            <a:r>
              <a:rPr lang="sv-SE" dirty="0">
                <a:highlight>
                  <a:srgbClr val="FFFF00"/>
                </a:highlight>
              </a:rPr>
              <a:t>	%</a:t>
            </a:r>
            <a:r>
              <a:rPr lang="sv-SE" dirty="0" err="1">
                <a:highlight>
                  <a:srgbClr val="FFFF00"/>
                </a:highlight>
              </a:rPr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2877FE0-E36C-474D-4F13-DAE2CD9D7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fourth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004734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F3AE8-A765-5395-9C01-03B3C90A4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CBD080-681B-B0C9-DECE-0EBA5D1C5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1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2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2936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			2976:		        4</a:t>
            </a:r>
          </a:p>
          <a:p>
            <a:pPr marL="0" indent="0">
              <a:buNone/>
            </a:pPr>
            <a:r>
              <a:rPr lang="sv-SE" dirty="0"/>
              <a:t>ZF: 0 …		2968:		1000</a:t>
            </a:r>
          </a:p>
          <a:p>
            <a:pPr marL="0" indent="0">
              <a:buNone/>
            </a:pPr>
            <a:r>
              <a:rPr lang="sv-SE" dirty="0"/>
              <a:t>			2960:		        3</a:t>
            </a:r>
          </a:p>
          <a:p>
            <a:pPr marL="0" indent="0">
              <a:buNone/>
            </a:pPr>
            <a:r>
              <a:rPr lang="sv-SE" dirty="0"/>
              <a:t>			2952:		1000</a:t>
            </a:r>
          </a:p>
          <a:p>
            <a:pPr marL="0" indent="0">
              <a:buNone/>
            </a:pPr>
            <a:r>
              <a:rPr lang="sv-SE" dirty="0"/>
              <a:t>			2944:		        2</a:t>
            </a:r>
          </a:p>
          <a:p>
            <a:pPr marL="0" indent="0">
              <a:buNone/>
            </a:pPr>
            <a:r>
              <a:rPr lang="sv-SE" dirty="0"/>
              <a:t>			2936: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2B6589-D845-ED70-1C18-22469A6924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movq</a:t>
            </a:r>
            <a:r>
              <a:rPr lang="sv-SE" dirty="0">
                <a:highlight>
                  <a:srgbClr val="FFFF00"/>
                </a:highlight>
              </a:rPr>
              <a:t>		%</a:t>
            </a:r>
            <a:r>
              <a:rPr lang="sv-SE" dirty="0" err="1">
                <a:highlight>
                  <a:srgbClr val="FFFF00"/>
                </a:highlight>
              </a:rPr>
              <a:t>rdi</a:t>
            </a:r>
            <a:r>
              <a:rPr lang="sv-SE" dirty="0">
                <a:highlight>
                  <a:srgbClr val="FFFF00"/>
                </a:highlight>
              </a:rPr>
              <a:t>, %</a:t>
            </a:r>
            <a:r>
              <a:rPr lang="sv-SE" dirty="0" err="1">
                <a:highlight>
                  <a:srgbClr val="FFFF00"/>
                </a:highlight>
              </a:rPr>
              <a:t>rbx</a:t>
            </a:r>
            <a:endParaRPr lang="sv-SE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9298385-4F1A-6582-273C-D045A810C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fourth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183592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ACD8-BAD2-138E-180B-F259582C5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35C44F-8515-A0D2-1D47-F065667E4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1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1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2936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			2976:		        4</a:t>
            </a:r>
          </a:p>
          <a:p>
            <a:pPr marL="0" indent="0">
              <a:buNone/>
            </a:pPr>
            <a:r>
              <a:rPr lang="sv-SE" dirty="0"/>
              <a:t>ZF: 0 …		2968:		1000</a:t>
            </a:r>
          </a:p>
          <a:p>
            <a:pPr marL="0" indent="0">
              <a:buNone/>
            </a:pPr>
            <a:r>
              <a:rPr lang="sv-SE" dirty="0"/>
              <a:t>			2960:		        3</a:t>
            </a:r>
          </a:p>
          <a:p>
            <a:pPr marL="0" indent="0">
              <a:buNone/>
            </a:pPr>
            <a:r>
              <a:rPr lang="sv-SE" dirty="0"/>
              <a:t>			2952:		1000</a:t>
            </a:r>
          </a:p>
          <a:p>
            <a:pPr marL="0" indent="0">
              <a:buNone/>
            </a:pPr>
            <a:r>
              <a:rPr lang="sv-SE" dirty="0"/>
              <a:t>			2944:		        2</a:t>
            </a:r>
          </a:p>
          <a:p>
            <a:pPr marL="0" indent="0">
              <a:buNone/>
            </a:pPr>
            <a:r>
              <a:rPr lang="sv-SE" dirty="0"/>
              <a:t>			2936: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B9BD95-B881-F266-F326-7A71FCFC14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movq</a:t>
            </a:r>
            <a:r>
              <a:rPr lang="sv-SE" dirty="0">
                <a:highlight>
                  <a:srgbClr val="FFFF00"/>
                </a:highlight>
              </a:rPr>
              <a:t>		$1, %</a:t>
            </a:r>
            <a:r>
              <a:rPr lang="sv-SE" dirty="0" err="1">
                <a:highlight>
                  <a:srgbClr val="FFFF00"/>
                </a:highlight>
              </a:rPr>
              <a:t>rax</a:t>
            </a:r>
            <a:endParaRPr lang="sv-SE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99BDD5D-FB92-141C-2CAC-607F59C70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fourth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7496998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D6F7A-8A8A-9E04-CC09-56DC518B4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CCAE3-A95A-5C18-CEB6-02CB60554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1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1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2936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			2976:		        4</a:t>
            </a:r>
          </a:p>
          <a:p>
            <a:pPr marL="0" indent="0">
              <a:buNone/>
            </a:pPr>
            <a:r>
              <a:rPr lang="sv-SE" dirty="0"/>
              <a:t>ZF: 0 …		2968:		1000</a:t>
            </a:r>
          </a:p>
          <a:p>
            <a:pPr marL="0" indent="0">
              <a:buNone/>
            </a:pPr>
            <a:r>
              <a:rPr lang="sv-SE" dirty="0"/>
              <a:t>			2960:		        3</a:t>
            </a:r>
          </a:p>
          <a:p>
            <a:pPr marL="0" indent="0">
              <a:buNone/>
            </a:pPr>
            <a:r>
              <a:rPr lang="sv-SE" dirty="0"/>
              <a:t>			2952:		1000</a:t>
            </a:r>
          </a:p>
          <a:p>
            <a:pPr marL="0" indent="0">
              <a:buNone/>
            </a:pPr>
            <a:r>
              <a:rPr lang="sv-SE" dirty="0"/>
              <a:t>			2944:		        2</a:t>
            </a:r>
          </a:p>
          <a:p>
            <a:pPr marL="0" indent="0">
              <a:buNone/>
            </a:pPr>
            <a:r>
              <a:rPr lang="sv-SE" dirty="0"/>
              <a:t>			2936: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D20085-3E26-16FD-FC18-2DB7D28C6F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compq</a:t>
            </a:r>
            <a:r>
              <a:rPr lang="sv-SE" dirty="0">
                <a:highlight>
                  <a:srgbClr val="FFFF00"/>
                </a:highlight>
              </a:rPr>
              <a:t>	$1, %</a:t>
            </a:r>
            <a:r>
              <a:rPr lang="sv-SE" dirty="0" err="1">
                <a:highlight>
                  <a:srgbClr val="FFFF00"/>
                </a:highlight>
              </a:rPr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10F3B41-E3B6-852A-A5DA-DC1C6D798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fourth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341544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AF24F-D05F-D436-E529-4EB222C42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ED8C00-E6CB-11BA-A901-25D8F78A4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1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1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2936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			2976:		        4</a:t>
            </a:r>
          </a:p>
          <a:p>
            <a:pPr marL="0" indent="0">
              <a:buNone/>
            </a:pPr>
            <a:r>
              <a:rPr lang="sv-SE" dirty="0"/>
              <a:t>ZF: 1 …		2968:		1000</a:t>
            </a:r>
          </a:p>
          <a:p>
            <a:pPr marL="0" indent="0">
              <a:buNone/>
            </a:pPr>
            <a:r>
              <a:rPr lang="sv-SE" dirty="0"/>
              <a:t>			2960:		        3</a:t>
            </a:r>
          </a:p>
          <a:p>
            <a:pPr marL="0" indent="0">
              <a:buNone/>
            </a:pPr>
            <a:r>
              <a:rPr lang="sv-SE" dirty="0"/>
              <a:t>			2952:		1000</a:t>
            </a:r>
          </a:p>
          <a:p>
            <a:pPr marL="0" indent="0">
              <a:buNone/>
            </a:pPr>
            <a:r>
              <a:rPr lang="sv-SE" dirty="0"/>
              <a:t>			2944:		        2</a:t>
            </a:r>
          </a:p>
          <a:p>
            <a:pPr marL="0" indent="0">
              <a:buNone/>
            </a:pPr>
            <a:r>
              <a:rPr lang="sv-SE" dirty="0"/>
              <a:t>			2936: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3EA0FB-7907-149C-609E-96FF0AA41E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jle</a:t>
            </a:r>
            <a:r>
              <a:rPr lang="sv-SE" dirty="0">
                <a:highlight>
                  <a:srgbClr val="FFFF00"/>
                </a:highlight>
              </a:rPr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12DE74B-DDDD-D9DF-4638-467F6AE1A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fourth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5127000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8A9F0-4BAB-F8B9-3F95-21842F25B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50A3D-81AF-7AAA-99AF-88EDFAB61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1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1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2936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			2976:		        4</a:t>
            </a:r>
          </a:p>
          <a:p>
            <a:pPr marL="0" indent="0">
              <a:buNone/>
            </a:pPr>
            <a:r>
              <a:rPr lang="sv-SE" dirty="0"/>
              <a:t>ZF: 1 …		2968:		1000</a:t>
            </a:r>
          </a:p>
          <a:p>
            <a:pPr marL="0" indent="0">
              <a:buNone/>
            </a:pPr>
            <a:r>
              <a:rPr lang="sv-SE" dirty="0"/>
              <a:t>			2960:		        3</a:t>
            </a:r>
          </a:p>
          <a:p>
            <a:pPr marL="0" indent="0">
              <a:buNone/>
            </a:pPr>
            <a:r>
              <a:rPr lang="sv-SE" dirty="0"/>
              <a:t>			2952:		1000</a:t>
            </a:r>
          </a:p>
          <a:p>
            <a:pPr marL="0" indent="0">
              <a:buNone/>
            </a:pPr>
            <a:r>
              <a:rPr lang="sv-SE" dirty="0"/>
              <a:t>			2944:		        2</a:t>
            </a:r>
          </a:p>
          <a:p>
            <a:pPr marL="0" indent="0">
              <a:buNone/>
            </a:pPr>
            <a:r>
              <a:rPr lang="sv-SE" dirty="0"/>
              <a:t>			2936: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72F784-3A43-218E-15AF-3AB5FF755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>
                <a:highlight>
                  <a:srgbClr val="FFFF00"/>
                </a:highlight>
              </a:rPr>
              <a:t>popq</a:t>
            </a:r>
            <a:r>
              <a:rPr lang="sv-SE" dirty="0">
                <a:highlight>
                  <a:srgbClr val="FFFF00"/>
                </a:highlight>
              </a:rPr>
              <a:t>		%</a:t>
            </a:r>
            <a:r>
              <a:rPr lang="sv-SE" dirty="0" err="1">
                <a:highlight>
                  <a:srgbClr val="FFFF00"/>
                </a:highlight>
              </a:rPr>
              <a:t>rbx</a:t>
            </a:r>
            <a:endParaRPr lang="sv-SE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B79AC86-43C2-C263-5C74-42F54892F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fourth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0019592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4919C-8538-16ED-87E6-E86F98E31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FF2EE-CF7D-A224-88B7-93C1844A9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1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2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2944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			2976:		        4</a:t>
            </a:r>
          </a:p>
          <a:p>
            <a:pPr marL="0" indent="0">
              <a:buNone/>
            </a:pPr>
            <a:r>
              <a:rPr lang="sv-SE" dirty="0"/>
              <a:t>ZF: 1 …		2968:		1000</a:t>
            </a:r>
          </a:p>
          <a:p>
            <a:pPr marL="0" indent="0">
              <a:buNone/>
            </a:pPr>
            <a:r>
              <a:rPr lang="sv-SE" dirty="0"/>
              <a:t>			2960:		        3</a:t>
            </a:r>
          </a:p>
          <a:p>
            <a:pPr marL="0" indent="0">
              <a:buNone/>
            </a:pPr>
            <a:r>
              <a:rPr lang="sv-SE" dirty="0"/>
              <a:t>			2952:		1000</a:t>
            </a:r>
          </a:p>
          <a:p>
            <a:pPr marL="0" indent="0">
              <a:buNone/>
            </a:pPr>
            <a:r>
              <a:rPr lang="sv-SE" dirty="0"/>
              <a:t>			2944:		</a:t>
            </a:r>
            <a:r>
              <a:rPr lang="sv-SE" strike="sngStrike" dirty="0"/>
              <a:t>        2</a:t>
            </a:r>
          </a:p>
          <a:p>
            <a:pPr marL="0" indent="0">
              <a:buNone/>
            </a:pPr>
            <a:r>
              <a:rPr lang="sv-SE" dirty="0"/>
              <a:t>			2936: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118289-EBC5-0AFE-2E07-6610922D69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retq</a:t>
            </a:r>
            <a:endParaRPr lang="sv-SE" dirty="0">
              <a:highlight>
                <a:srgbClr val="FFFF00"/>
              </a:highligh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ED137CB-434E-4CA0-93CF-FC3CFB4ED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fourth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8727776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E0E03-8339-A887-291E-3AE42A2E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62ABF-B66B-6A74-AC27-D4DF26C4B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1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2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2952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1			2976:		        4</a:t>
            </a:r>
          </a:p>
          <a:p>
            <a:pPr marL="0" indent="0">
              <a:buNone/>
            </a:pPr>
            <a:r>
              <a:rPr lang="sv-SE" dirty="0"/>
              <a:t>ZF: 1 …		2968:		1000</a:t>
            </a:r>
          </a:p>
          <a:p>
            <a:pPr marL="0" indent="0">
              <a:buNone/>
            </a:pPr>
            <a:r>
              <a:rPr lang="sv-SE" dirty="0"/>
              <a:t>			2960:		        3</a:t>
            </a:r>
          </a:p>
          <a:p>
            <a:pPr marL="0" indent="0">
              <a:buNone/>
            </a:pPr>
            <a:r>
              <a:rPr lang="sv-SE" dirty="0"/>
              <a:t>			2952:		</a:t>
            </a:r>
            <a:r>
              <a:rPr lang="sv-SE" strike="sngStrike" dirty="0"/>
              <a:t>1000</a:t>
            </a:r>
          </a:p>
          <a:p>
            <a:pPr marL="0" indent="0">
              <a:buNone/>
            </a:pPr>
            <a:r>
              <a:rPr lang="sv-SE" dirty="0"/>
              <a:t>			2944:		</a:t>
            </a:r>
            <a:r>
              <a:rPr lang="sv-SE" strike="sngStrike" dirty="0"/>
              <a:t>        2</a:t>
            </a:r>
          </a:p>
          <a:p>
            <a:pPr marL="0" indent="0">
              <a:buNone/>
            </a:pPr>
            <a:r>
              <a:rPr lang="sv-SE" dirty="0"/>
              <a:t>			2936: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2C1467-97C1-3B1E-0B97-8D7A8E25B7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imulq</a:t>
            </a:r>
            <a:r>
              <a:rPr lang="sv-SE" dirty="0">
                <a:highlight>
                  <a:srgbClr val="FFFF00"/>
                </a:highlight>
              </a:rPr>
              <a:t>		%</a:t>
            </a:r>
            <a:r>
              <a:rPr lang="sv-SE" dirty="0" err="1">
                <a:highlight>
                  <a:srgbClr val="FFFF00"/>
                </a:highlight>
              </a:rPr>
              <a:t>rbx</a:t>
            </a:r>
            <a:r>
              <a:rPr lang="sv-SE" dirty="0">
                <a:highlight>
                  <a:srgbClr val="FFFF00"/>
                </a:highlight>
              </a:rPr>
              <a:t>, %</a:t>
            </a:r>
            <a:r>
              <a:rPr lang="sv-SE" dirty="0" err="1">
                <a:highlight>
                  <a:srgbClr val="FFFF00"/>
                </a:highlight>
              </a:rPr>
              <a:t>rax</a:t>
            </a:r>
            <a:r>
              <a:rPr lang="sv-SE" dirty="0">
                <a:highlight>
                  <a:srgbClr val="FFFF00"/>
                </a:highlight>
              </a:rPr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5CDC39F-CED2-7600-0F2F-BC5282575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third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077583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4872B-CEA6-F061-D7E2-8667C982B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68A8D-B9D6-4E72-6C50-C01AE6AEC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1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2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2952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2			2976:		        4</a:t>
            </a:r>
          </a:p>
          <a:p>
            <a:pPr marL="0" indent="0">
              <a:buNone/>
            </a:pPr>
            <a:r>
              <a:rPr lang="sv-SE" dirty="0"/>
              <a:t>ZF: 1 …		2968:		1000</a:t>
            </a:r>
          </a:p>
          <a:p>
            <a:pPr marL="0" indent="0">
              <a:buNone/>
            </a:pPr>
            <a:r>
              <a:rPr lang="sv-SE" dirty="0"/>
              <a:t>			2960:		        3</a:t>
            </a:r>
          </a:p>
          <a:p>
            <a:pPr marL="0" indent="0">
              <a:buNone/>
            </a:pPr>
            <a:r>
              <a:rPr lang="sv-SE" dirty="0"/>
              <a:t>			2952:		</a:t>
            </a:r>
            <a:r>
              <a:rPr lang="sv-SE" strike="sngStrike" dirty="0"/>
              <a:t>1000</a:t>
            </a:r>
          </a:p>
          <a:p>
            <a:pPr marL="0" indent="0">
              <a:buNone/>
            </a:pPr>
            <a:r>
              <a:rPr lang="sv-SE" dirty="0"/>
              <a:t>			2944:		</a:t>
            </a:r>
            <a:r>
              <a:rPr lang="sv-SE" strike="sngStrike" dirty="0"/>
              <a:t>        2</a:t>
            </a:r>
          </a:p>
          <a:p>
            <a:pPr marL="0" indent="0">
              <a:buNone/>
            </a:pPr>
            <a:r>
              <a:rPr lang="sv-SE" dirty="0"/>
              <a:t>			2936: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EFA908-A2A2-4FFA-6F29-40F594818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>
                <a:highlight>
                  <a:srgbClr val="FFFF00"/>
                </a:highlight>
              </a:rPr>
              <a:t>popq</a:t>
            </a:r>
            <a:r>
              <a:rPr lang="sv-SE" dirty="0">
                <a:highlight>
                  <a:srgbClr val="FFFF00"/>
                </a:highlight>
              </a:rPr>
              <a:t>		%</a:t>
            </a:r>
            <a:r>
              <a:rPr lang="sv-SE" dirty="0" err="1">
                <a:highlight>
                  <a:srgbClr val="FFFF00"/>
                </a:highlight>
              </a:rPr>
              <a:t>rbx</a:t>
            </a:r>
            <a:endParaRPr lang="sv-SE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39610BC-5A3E-13F9-E527-16B4BC52C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third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348613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DD196-0A89-6CFF-E9B5-F18F985C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711217-43C7-62CF-6335-8C315FF63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1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3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2960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2			2976:		        4</a:t>
            </a:r>
          </a:p>
          <a:p>
            <a:pPr marL="0" indent="0">
              <a:buNone/>
            </a:pPr>
            <a:r>
              <a:rPr lang="sv-SE" dirty="0"/>
              <a:t>ZF: 1 …		2968:		1000</a:t>
            </a:r>
          </a:p>
          <a:p>
            <a:pPr marL="0" indent="0">
              <a:buNone/>
            </a:pPr>
            <a:r>
              <a:rPr lang="sv-SE" dirty="0"/>
              <a:t>			2960:		</a:t>
            </a:r>
            <a:r>
              <a:rPr lang="sv-SE" strike="sngStrike" dirty="0"/>
              <a:t>        3</a:t>
            </a:r>
          </a:p>
          <a:p>
            <a:pPr marL="0" indent="0">
              <a:buNone/>
            </a:pPr>
            <a:r>
              <a:rPr lang="sv-SE" dirty="0"/>
              <a:t>			2952:		</a:t>
            </a:r>
            <a:r>
              <a:rPr lang="sv-SE" strike="sngStrike" dirty="0"/>
              <a:t>1000</a:t>
            </a:r>
          </a:p>
          <a:p>
            <a:pPr marL="0" indent="0">
              <a:buNone/>
            </a:pPr>
            <a:r>
              <a:rPr lang="sv-SE" dirty="0"/>
              <a:t>			2944:		</a:t>
            </a:r>
            <a:r>
              <a:rPr lang="sv-SE" strike="sngStrike" dirty="0"/>
              <a:t>        2</a:t>
            </a:r>
          </a:p>
          <a:p>
            <a:pPr marL="0" indent="0">
              <a:buNone/>
            </a:pPr>
            <a:r>
              <a:rPr lang="sv-SE" dirty="0"/>
              <a:t>			2936: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508C80-951C-965E-512E-7E8D453535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retq</a:t>
            </a:r>
            <a:endParaRPr lang="sv-SE" dirty="0">
              <a:highlight>
                <a:srgbClr val="FFFF00"/>
              </a:highligh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A3A72BC-B380-A506-C7D8-1EEFA173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third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2069679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F1803-1F6A-54EC-B85B-71CC6F383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977E61-F206-171C-B87D-60EBFC4F4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1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3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2968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2			2976:		        4</a:t>
            </a:r>
          </a:p>
          <a:p>
            <a:pPr marL="0" indent="0">
              <a:buNone/>
            </a:pPr>
            <a:r>
              <a:rPr lang="sv-SE" dirty="0"/>
              <a:t>ZF: 1 …		2968:		</a:t>
            </a:r>
            <a:r>
              <a:rPr lang="sv-SE" strike="sngStrike" dirty="0"/>
              <a:t>1000</a:t>
            </a:r>
          </a:p>
          <a:p>
            <a:pPr marL="0" indent="0">
              <a:buNone/>
            </a:pPr>
            <a:r>
              <a:rPr lang="sv-SE" dirty="0"/>
              <a:t>			2960:		</a:t>
            </a:r>
            <a:r>
              <a:rPr lang="sv-SE" strike="sngStrike" dirty="0"/>
              <a:t>        3</a:t>
            </a:r>
          </a:p>
          <a:p>
            <a:pPr marL="0" indent="0">
              <a:buNone/>
            </a:pPr>
            <a:r>
              <a:rPr lang="sv-SE" dirty="0"/>
              <a:t>			2952:		</a:t>
            </a:r>
            <a:r>
              <a:rPr lang="sv-SE" strike="sngStrike" dirty="0"/>
              <a:t>1000</a:t>
            </a:r>
          </a:p>
          <a:p>
            <a:pPr marL="0" indent="0">
              <a:buNone/>
            </a:pPr>
            <a:r>
              <a:rPr lang="sv-SE" dirty="0"/>
              <a:t>			2944:		</a:t>
            </a:r>
            <a:r>
              <a:rPr lang="sv-SE" strike="sngStrike" dirty="0"/>
              <a:t>        2</a:t>
            </a:r>
          </a:p>
          <a:p>
            <a:pPr marL="0" indent="0">
              <a:buNone/>
            </a:pPr>
            <a:r>
              <a:rPr lang="sv-SE" dirty="0"/>
              <a:t>			2936: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3F4BF-2197-21C5-537D-0C2D0E164C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imulq</a:t>
            </a:r>
            <a:r>
              <a:rPr lang="sv-SE" dirty="0">
                <a:highlight>
                  <a:srgbClr val="FFFF00"/>
                </a:highlight>
              </a:rPr>
              <a:t>		%</a:t>
            </a:r>
            <a:r>
              <a:rPr lang="sv-SE" dirty="0" err="1">
                <a:highlight>
                  <a:srgbClr val="FFFF00"/>
                </a:highlight>
              </a:rPr>
              <a:t>rbx</a:t>
            </a:r>
            <a:r>
              <a:rPr lang="sv-SE" dirty="0">
                <a:highlight>
                  <a:srgbClr val="FFFF00"/>
                </a:highlight>
              </a:rPr>
              <a:t>, %</a:t>
            </a:r>
            <a:r>
              <a:rPr lang="sv-SE" dirty="0" err="1">
                <a:highlight>
                  <a:srgbClr val="FFFF00"/>
                </a:highlight>
              </a:rPr>
              <a:t>rax</a:t>
            </a:r>
            <a:r>
              <a:rPr lang="sv-SE" dirty="0">
                <a:highlight>
                  <a:srgbClr val="FFFF00"/>
                </a:highlight>
              </a:rPr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4FAF06-87F8-B834-11F4-9A9151F39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second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350967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5181B-9DA6-0110-4C32-C984E67C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F9D2B-DF09-F144-D1BE-F091C20B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1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3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2968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6			2976:		        4</a:t>
            </a:r>
          </a:p>
          <a:p>
            <a:pPr marL="0" indent="0">
              <a:buNone/>
            </a:pPr>
            <a:r>
              <a:rPr lang="sv-SE" dirty="0"/>
              <a:t>ZF: 1 …		2968:		</a:t>
            </a:r>
            <a:r>
              <a:rPr lang="sv-SE" strike="sngStrike" dirty="0"/>
              <a:t>1000</a:t>
            </a:r>
          </a:p>
          <a:p>
            <a:pPr marL="0" indent="0">
              <a:buNone/>
            </a:pPr>
            <a:r>
              <a:rPr lang="sv-SE" dirty="0"/>
              <a:t>			2960:		</a:t>
            </a:r>
            <a:r>
              <a:rPr lang="sv-SE" strike="sngStrike" dirty="0"/>
              <a:t>        3</a:t>
            </a:r>
          </a:p>
          <a:p>
            <a:pPr marL="0" indent="0">
              <a:buNone/>
            </a:pPr>
            <a:r>
              <a:rPr lang="sv-SE" dirty="0"/>
              <a:t>			2952:		</a:t>
            </a:r>
            <a:r>
              <a:rPr lang="sv-SE" strike="sngStrike" dirty="0"/>
              <a:t>1000</a:t>
            </a:r>
          </a:p>
          <a:p>
            <a:pPr marL="0" indent="0">
              <a:buNone/>
            </a:pPr>
            <a:r>
              <a:rPr lang="sv-SE" dirty="0"/>
              <a:t>			2944:		</a:t>
            </a:r>
            <a:r>
              <a:rPr lang="sv-SE" strike="sngStrike" dirty="0"/>
              <a:t>        2</a:t>
            </a:r>
          </a:p>
          <a:p>
            <a:pPr marL="0" indent="0">
              <a:buNone/>
            </a:pPr>
            <a:r>
              <a:rPr lang="sv-SE" dirty="0"/>
              <a:t>			2936: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F19488-09C7-B7F6-7911-275C7193CB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>
                <a:highlight>
                  <a:srgbClr val="FFFF00"/>
                </a:highlight>
              </a:rPr>
              <a:t>popq</a:t>
            </a:r>
            <a:r>
              <a:rPr lang="sv-SE" dirty="0">
                <a:highlight>
                  <a:srgbClr val="FFFF00"/>
                </a:highlight>
              </a:rPr>
              <a:t>		%</a:t>
            </a:r>
            <a:r>
              <a:rPr lang="sv-SE" dirty="0" err="1">
                <a:highlight>
                  <a:srgbClr val="FFFF00"/>
                </a:highlight>
              </a:rPr>
              <a:t>rbx</a:t>
            </a:r>
            <a:endParaRPr lang="sv-SE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15727B1-6B9C-6C65-FF03-A0DBE5558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second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149080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2F0B6-F0BC-5E6F-AAD8-488992C61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73B969-0596-819F-5714-C4C2B852A5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1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4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2976		2984:		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6			2976:		</a:t>
            </a:r>
            <a:r>
              <a:rPr lang="sv-SE" strike="sngStrike" dirty="0"/>
              <a:t>        4</a:t>
            </a:r>
          </a:p>
          <a:p>
            <a:pPr marL="0" indent="0">
              <a:buNone/>
            </a:pPr>
            <a:r>
              <a:rPr lang="sv-SE" dirty="0"/>
              <a:t>ZF: 1 …		2968:		</a:t>
            </a:r>
            <a:r>
              <a:rPr lang="sv-SE" strike="sngStrike" dirty="0"/>
              <a:t>1000</a:t>
            </a:r>
          </a:p>
          <a:p>
            <a:pPr marL="0" indent="0">
              <a:buNone/>
            </a:pPr>
            <a:r>
              <a:rPr lang="sv-SE" dirty="0"/>
              <a:t>			2960:		</a:t>
            </a:r>
            <a:r>
              <a:rPr lang="sv-SE" strike="sngStrike" dirty="0"/>
              <a:t>        3</a:t>
            </a:r>
          </a:p>
          <a:p>
            <a:pPr marL="0" indent="0">
              <a:buNone/>
            </a:pPr>
            <a:r>
              <a:rPr lang="sv-SE" dirty="0"/>
              <a:t>			2952:		</a:t>
            </a:r>
            <a:r>
              <a:rPr lang="sv-SE" strike="sngStrike" dirty="0"/>
              <a:t>1000</a:t>
            </a:r>
          </a:p>
          <a:p>
            <a:pPr marL="0" indent="0">
              <a:buNone/>
            </a:pPr>
            <a:r>
              <a:rPr lang="sv-SE" dirty="0"/>
              <a:t>			2944:		</a:t>
            </a:r>
            <a:r>
              <a:rPr lang="sv-SE" strike="sngStrike" dirty="0"/>
              <a:t>        2</a:t>
            </a:r>
          </a:p>
          <a:p>
            <a:pPr marL="0" indent="0">
              <a:buNone/>
            </a:pPr>
            <a:r>
              <a:rPr lang="sv-SE" dirty="0"/>
              <a:t>			2936: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E17D67-16F8-52D1-C9B3-787893CB6E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retq</a:t>
            </a:r>
            <a:endParaRPr lang="sv-SE" dirty="0">
              <a:highlight>
                <a:srgbClr val="FFFF00"/>
              </a:highligh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3BED1ED-BCE8-64F5-8307-89E5F50B0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second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561264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4F4AE-7835-ADAB-1E75-13ECBB180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1015B-498B-84B7-78ED-AF61F0C83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1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4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2984		2984:		</a:t>
            </a:r>
            <a:r>
              <a:rPr lang="sv-SE" strike="sngStrike" dirty="0"/>
              <a:t>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6			2976:		</a:t>
            </a:r>
            <a:r>
              <a:rPr lang="sv-SE" strike="sngStrike" dirty="0"/>
              <a:t>        4</a:t>
            </a:r>
          </a:p>
          <a:p>
            <a:pPr marL="0" indent="0">
              <a:buNone/>
            </a:pPr>
            <a:r>
              <a:rPr lang="sv-SE" dirty="0"/>
              <a:t>ZF: 1 …		2968:		</a:t>
            </a:r>
            <a:r>
              <a:rPr lang="sv-SE" strike="sngStrike" dirty="0"/>
              <a:t>1000</a:t>
            </a:r>
          </a:p>
          <a:p>
            <a:pPr marL="0" indent="0">
              <a:buNone/>
            </a:pPr>
            <a:r>
              <a:rPr lang="sv-SE" dirty="0"/>
              <a:t>			2960:		</a:t>
            </a:r>
            <a:r>
              <a:rPr lang="sv-SE" strike="sngStrike" dirty="0"/>
              <a:t>        3</a:t>
            </a:r>
          </a:p>
          <a:p>
            <a:pPr marL="0" indent="0">
              <a:buNone/>
            </a:pPr>
            <a:r>
              <a:rPr lang="sv-SE" dirty="0"/>
              <a:t>			2952:		</a:t>
            </a:r>
            <a:r>
              <a:rPr lang="sv-SE" strike="sngStrike" dirty="0"/>
              <a:t>1000</a:t>
            </a:r>
          </a:p>
          <a:p>
            <a:pPr marL="0" indent="0">
              <a:buNone/>
            </a:pPr>
            <a:r>
              <a:rPr lang="sv-SE" dirty="0"/>
              <a:t>			2944:		</a:t>
            </a:r>
            <a:r>
              <a:rPr lang="sv-SE" strike="sngStrike" dirty="0"/>
              <a:t>        2</a:t>
            </a:r>
          </a:p>
          <a:p>
            <a:pPr marL="0" indent="0">
              <a:buNone/>
            </a:pPr>
            <a:r>
              <a:rPr lang="sv-SE" dirty="0"/>
              <a:t>			2936: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1B28AD-A1BE-9B21-A79D-B5F8396DB2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imulq</a:t>
            </a:r>
            <a:r>
              <a:rPr lang="sv-SE" dirty="0">
                <a:highlight>
                  <a:srgbClr val="FFFF00"/>
                </a:highlight>
              </a:rPr>
              <a:t>		%</a:t>
            </a:r>
            <a:r>
              <a:rPr lang="sv-SE" dirty="0" err="1">
                <a:highlight>
                  <a:srgbClr val="FFFF00"/>
                </a:highlight>
              </a:rPr>
              <a:t>rbx</a:t>
            </a:r>
            <a:r>
              <a:rPr lang="sv-SE" dirty="0">
                <a:highlight>
                  <a:srgbClr val="FFFF00"/>
                </a:highlight>
              </a:rPr>
              <a:t>, %</a:t>
            </a:r>
            <a:r>
              <a:rPr lang="sv-SE" dirty="0" err="1">
                <a:highlight>
                  <a:srgbClr val="FFFF00"/>
                </a:highlight>
              </a:rPr>
              <a:t>rax</a:t>
            </a:r>
            <a:r>
              <a:rPr lang="sv-SE" dirty="0">
                <a:highlight>
                  <a:srgbClr val="FFFF00"/>
                </a:highlight>
              </a:rPr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CF50CCC-6CC1-8086-1F43-DEB8216E5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first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657689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0F1C4-2160-D2C0-F050-23997AAF8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898DBE-1AB9-3F13-B5F1-D12293215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1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4			2992:		  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2984		2984:		</a:t>
            </a:r>
            <a:r>
              <a:rPr lang="sv-SE" strike="sngStrike" dirty="0"/>
              <a:t>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24		2976:		</a:t>
            </a:r>
            <a:r>
              <a:rPr lang="sv-SE" strike="sngStrike" dirty="0"/>
              <a:t>        4</a:t>
            </a:r>
          </a:p>
          <a:p>
            <a:pPr marL="0" indent="0">
              <a:buNone/>
            </a:pPr>
            <a:r>
              <a:rPr lang="sv-SE" dirty="0"/>
              <a:t>ZF: 1 …		2968:		</a:t>
            </a:r>
            <a:r>
              <a:rPr lang="sv-SE" strike="sngStrike" dirty="0"/>
              <a:t>1000</a:t>
            </a:r>
          </a:p>
          <a:p>
            <a:pPr marL="0" indent="0">
              <a:buNone/>
            </a:pPr>
            <a:r>
              <a:rPr lang="sv-SE" dirty="0"/>
              <a:t>			2960:		</a:t>
            </a:r>
            <a:r>
              <a:rPr lang="sv-SE" strike="sngStrike" dirty="0"/>
              <a:t>        3</a:t>
            </a:r>
          </a:p>
          <a:p>
            <a:pPr marL="0" indent="0">
              <a:buNone/>
            </a:pPr>
            <a:r>
              <a:rPr lang="sv-SE" dirty="0"/>
              <a:t>			2952:		</a:t>
            </a:r>
            <a:r>
              <a:rPr lang="sv-SE" strike="sngStrike" dirty="0"/>
              <a:t>1000</a:t>
            </a:r>
          </a:p>
          <a:p>
            <a:pPr marL="0" indent="0">
              <a:buNone/>
            </a:pPr>
            <a:r>
              <a:rPr lang="sv-SE" dirty="0"/>
              <a:t>			2944:		</a:t>
            </a:r>
            <a:r>
              <a:rPr lang="sv-SE" strike="sngStrike" dirty="0"/>
              <a:t>        2</a:t>
            </a:r>
          </a:p>
          <a:p>
            <a:pPr marL="0" indent="0">
              <a:buNone/>
            </a:pPr>
            <a:r>
              <a:rPr lang="sv-SE" dirty="0"/>
              <a:t>			2936: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96A2BA-FB9F-F498-9609-ACA7B7B355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>
                <a:highlight>
                  <a:srgbClr val="FFFF00"/>
                </a:highlight>
              </a:rPr>
              <a:t>popq</a:t>
            </a:r>
            <a:r>
              <a:rPr lang="sv-SE" dirty="0">
                <a:highlight>
                  <a:srgbClr val="FFFF00"/>
                </a:highlight>
              </a:rPr>
              <a:t>		%</a:t>
            </a:r>
            <a:r>
              <a:rPr lang="sv-SE" dirty="0" err="1">
                <a:highlight>
                  <a:srgbClr val="FFFF00"/>
                </a:highlight>
              </a:rPr>
              <a:t>rbx</a:t>
            </a:r>
            <a:endParaRPr lang="sv-SE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61ECBBC-0E8F-7761-C00F-A3ECB2067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first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690538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2A941-4124-B5D3-7CE9-C4068D5BB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EBD9D-336F-A181-B3EA-44CACEF43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298" y="338959"/>
            <a:ext cx="6124902" cy="609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Registers		</a:t>
            </a:r>
            <a:r>
              <a:rPr lang="sv-SE" dirty="0" err="1"/>
              <a:t>Mem</a:t>
            </a:r>
            <a:r>
              <a:rPr lang="sv-SE" dirty="0"/>
              <a:t> </a:t>
            </a:r>
            <a:r>
              <a:rPr lang="sv-SE" dirty="0" err="1"/>
              <a:t>adr</a:t>
            </a:r>
            <a:r>
              <a:rPr lang="sv-SE" dirty="0"/>
              <a:t>	 Stack</a:t>
            </a:r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1			3000: 	2000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555		2992:		  </a:t>
            </a:r>
            <a:r>
              <a:rPr lang="sv-SE" strike="sngStrike" dirty="0"/>
              <a:t>555</a:t>
            </a:r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2992		2984:		</a:t>
            </a:r>
            <a:r>
              <a:rPr lang="sv-SE" strike="sngStrike" dirty="0"/>
              <a:t>1000</a:t>
            </a:r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24		2976:		</a:t>
            </a:r>
            <a:r>
              <a:rPr lang="sv-SE" strike="sngStrike" dirty="0"/>
              <a:t>        4</a:t>
            </a:r>
          </a:p>
          <a:p>
            <a:pPr marL="0" indent="0">
              <a:buNone/>
            </a:pPr>
            <a:r>
              <a:rPr lang="sv-SE" dirty="0"/>
              <a:t>ZF: 1 …		2968:		</a:t>
            </a:r>
            <a:r>
              <a:rPr lang="sv-SE" strike="sngStrike" dirty="0"/>
              <a:t>1000</a:t>
            </a:r>
          </a:p>
          <a:p>
            <a:pPr marL="0" indent="0">
              <a:buNone/>
            </a:pPr>
            <a:r>
              <a:rPr lang="sv-SE" dirty="0"/>
              <a:t>			2960:		</a:t>
            </a:r>
            <a:r>
              <a:rPr lang="sv-SE" strike="sngStrike" dirty="0"/>
              <a:t>        3</a:t>
            </a:r>
          </a:p>
          <a:p>
            <a:pPr marL="0" indent="0">
              <a:buNone/>
            </a:pPr>
            <a:r>
              <a:rPr lang="sv-SE" dirty="0"/>
              <a:t>			2952:		</a:t>
            </a:r>
            <a:r>
              <a:rPr lang="sv-SE" strike="sngStrike" dirty="0"/>
              <a:t>1000</a:t>
            </a:r>
          </a:p>
          <a:p>
            <a:pPr marL="0" indent="0">
              <a:buNone/>
            </a:pPr>
            <a:r>
              <a:rPr lang="sv-SE" dirty="0"/>
              <a:t>			2944:		</a:t>
            </a:r>
            <a:r>
              <a:rPr lang="sv-SE" strike="sngStrike" dirty="0"/>
              <a:t>        2</a:t>
            </a:r>
          </a:p>
          <a:p>
            <a:pPr marL="0" indent="0">
              <a:buNone/>
            </a:pPr>
            <a:r>
              <a:rPr lang="sv-SE" dirty="0"/>
              <a:t>			2936: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C7F4AC-8586-73C0-A9EA-44D516B83E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773" y="1253359"/>
            <a:ext cx="5053786" cy="518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>
                <a:highlight>
                  <a:srgbClr val="FFFF00"/>
                </a:highlight>
              </a:rPr>
              <a:t>	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>
                <a:highlight>
                  <a:srgbClr val="FFFF00"/>
                </a:highlight>
              </a:rPr>
              <a:t>retq</a:t>
            </a:r>
            <a:endParaRPr lang="sv-SE" dirty="0">
              <a:highlight>
                <a:srgbClr val="FFFF00"/>
              </a:highligh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419798E-36C6-8977-CC4C-20D00D699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0"/>
            <a:ext cx="5157787" cy="540625"/>
          </a:xfrm>
        </p:spPr>
        <p:txBody>
          <a:bodyPr>
            <a:normAutofit/>
          </a:bodyPr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enter</a:t>
            </a:r>
            <a:r>
              <a:rPr lang="sv-SE" dirty="0"/>
              <a:t> </a:t>
            </a:r>
            <a:r>
              <a:rPr lang="sv-SE" dirty="0" err="1"/>
              <a:t>rfact</a:t>
            </a:r>
            <a:r>
              <a:rPr lang="sv-SE" dirty="0"/>
              <a:t> the </a:t>
            </a:r>
            <a:r>
              <a:rPr lang="sv-SE" dirty="0" err="1"/>
              <a:t>first</a:t>
            </a:r>
            <a:r>
              <a:rPr lang="sv-SE" dirty="0"/>
              <a:t> </a:t>
            </a:r>
            <a:r>
              <a:rPr lang="sv-SE" dirty="0" err="1"/>
              <a:t>time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405746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09085-8157-1A80-5E57-20DD99467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16829-B8CB-96A6-B745-25137499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Back </a:t>
            </a:r>
            <a:r>
              <a:rPr lang="sv-SE" dirty="0" err="1"/>
              <a:t>again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3718A-7C2F-0493-0091-3A47704CA4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v-SE" dirty="0" err="1"/>
              <a:t>int</a:t>
            </a:r>
            <a:r>
              <a:rPr lang="sv-SE" dirty="0"/>
              <a:t> </a:t>
            </a:r>
            <a:r>
              <a:rPr lang="sv-SE" dirty="0" err="1"/>
              <a:t>main</a:t>
            </a:r>
            <a:r>
              <a:rPr lang="sv-SE" dirty="0"/>
              <a:t>()</a:t>
            </a:r>
          </a:p>
          <a:p>
            <a:pPr marL="0" indent="0">
              <a:buNone/>
            </a:pPr>
            <a:r>
              <a:rPr lang="sv-SE" dirty="0"/>
              <a:t>{</a:t>
            </a:r>
          </a:p>
          <a:p>
            <a:pPr marL="0" indent="0">
              <a:buNone/>
            </a:pPr>
            <a:r>
              <a:rPr lang="sv-SE" dirty="0"/>
              <a:t>   …</a:t>
            </a:r>
          </a:p>
          <a:p>
            <a:pPr marL="0" indent="0">
              <a:buNone/>
            </a:pPr>
            <a:r>
              <a:rPr lang="sv-SE" dirty="0"/>
              <a:t>   </a:t>
            </a:r>
            <a:r>
              <a:rPr lang="sv-SE" dirty="0">
                <a:highlight>
                  <a:srgbClr val="FFFF00"/>
                </a:highlight>
              </a:rPr>
              <a:t>long fact4 = </a:t>
            </a:r>
            <a:r>
              <a:rPr lang="sv-SE" dirty="0" err="1">
                <a:highlight>
                  <a:srgbClr val="FFFF00"/>
                </a:highlight>
              </a:rPr>
              <a:t>rfact</a:t>
            </a:r>
            <a:r>
              <a:rPr lang="sv-SE" dirty="0">
                <a:highlight>
                  <a:srgbClr val="FFFF00"/>
                </a:highlight>
              </a:rPr>
              <a:t>(4)</a:t>
            </a:r>
          </a:p>
          <a:p>
            <a:pPr marL="0" indent="0">
              <a:buNone/>
            </a:pPr>
            <a:r>
              <a:rPr lang="sv-SE" dirty="0"/>
              <a:t>   …</a:t>
            </a:r>
          </a:p>
          <a:p>
            <a:pPr marL="0" indent="0">
              <a:buNone/>
            </a:pPr>
            <a:r>
              <a:rPr lang="sv-SE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59EF7-DDE3-6EFC-8182-6431B0CB6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68669"/>
            <a:ext cx="5181600" cy="49242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v-SE" dirty="0"/>
              <a:t>	…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$4, 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.L36:	</a:t>
            </a:r>
            <a:r>
              <a:rPr lang="sv-SE" dirty="0" err="1">
                <a:highlight>
                  <a:srgbClr val="FFFF00"/>
                </a:highlight>
              </a:rPr>
              <a:t>movq</a:t>
            </a:r>
            <a:r>
              <a:rPr lang="sv-SE" dirty="0">
                <a:highlight>
                  <a:srgbClr val="FFFF00"/>
                </a:highlight>
              </a:rPr>
              <a:t>		%</a:t>
            </a:r>
            <a:r>
              <a:rPr lang="sv-SE" dirty="0" err="1">
                <a:highlight>
                  <a:srgbClr val="FFFF00"/>
                </a:highlight>
              </a:rPr>
              <a:t>rax</a:t>
            </a:r>
            <a:r>
              <a:rPr lang="sv-SE" dirty="0">
                <a:highlight>
                  <a:srgbClr val="FFFF00"/>
                </a:highlight>
              </a:rPr>
              <a:t>, fact4</a:t>
            </a:r>
          </a:p>
          <a:p>
            <a:pPr marL="0" indent="0">
              <a:buNone/>
            </a:pPr>
            <a:r>
              <a:rPr lang="sv-SE" dirty="0"/>
              <a:t>	… </a:t>
            </a:r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r>
              <a:rPr lang="sv-SE" dirty="0" err="1"/>
              <a:t>rdi</a:t>
            </a:r>
            <a:r>
              <a:rPr lang="sv-SE" dirty="0"/>
              <a:t>: 1				</a:t>
            </a:r>
          </a:p>
          <a:p>
            <a:pPr marL="0" indent="0">
              <a:buNone/>
            </a:pPr>
            <a:r>
              <a:rPr lang="sv-SE" dirty="0" err="1"/>
              <a:t>rbx</a:t>
            </a:r>
            <a:r>
              <a:rPr lang="sv-SE" dirty="0"/>
              <a:t>: 555		</a:t>
            </a:r>
            <a:endParaRPr lang="sv-SE" strike="sngStrike" dirty="0"/>
          </a:p>
          <a:p>
            <a:pPr marL="0" indent="0">
              <a:buNone/>
            </a:pPr>
            <a:r>
              <a:rPr lang="sv-SE" dirty="0" err="1"/>
              <a:t>rsp</a:t>
            </a:r>
            <a:r>
              <a:rPr lang="sv-SE" dirty="0"/>
              <a:t>: 3000		</a:t>
            </a:r>
            <a:endParaRPr lang="sv-SE" strike="sngStrike" dirty="0"/>
          </a:p>
          <a:p>
            <a:pPr marL="0" indent="0">
              <a:buNone/>
            </a:pPr>
            <a:r>
              <a:rPr lang="sv-SE" dirty="0" err="1"/>
              <a:t>rax</a:t>
            </a:r>
            <a:r>
              <a:rPr lang="sv-SE" dirty="0"/>
              <a:t>: 24 (</a:t>
            </a:r>
            <a:r>
              <a:rPr lang="sv-SE" dirty="0" err="1"/>
              <a:t>will</a:t>
            </a:r>
            <a:r>
              <a:rPr lang="sv-SE" dirty="0"/>
              <a:t> be </a:t>
            </a:r>
            <a:r>
              <a:rPr lang="sv-SE" dirty="0" err="1"/>
              <a:t>stored</a:t>
            </a:r>
            <a:r>
              <a:rPr lang="sv-SE" dirty="0"/>
              <a:t> in fact4)</a:t>
            </a:r>
          </a:p>
        </p:txBody>
      </p:sp>
    </p:spTree>
    <p:extLst>
      <p:ext uri="{BB962C8B-B14F-4D97-AF65-F5344CB8AC3E}">
        <p14:creationId xmlns:p14="http://schemas.microsoft.com/office/powerpoint/2010/main" val="22405507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EA938-272F-AA5C-D0CB-805E370CF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64E90-AF6C-F342-1F8A-4773D79A8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651"/>
            <a:ext cx="5157787" cy="342900"/>
          </a:xfrm>
        </p:spPr>
        <p:txBody>
          <a:bodyPr>
            <a:normAutofit fontScale="85000" lnSpcReduction="20000"/>
          </a:bodyPr>
          <a:lstStyle/>
          <a:p>
            <a:r>
              <a:rPr lang="sv-SE" dirty="0"/>
              <a:t>C </a:t>
            </a:r>
            <a:r>
              <a:rPr lang="sv-SE" dirty="0" err="1"/>
              <a:t>code</a:t>
            </a:r>
            <a:endParaRPr lang="sv-S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87A95-67D5-FF9E-6E81-5B6ECBC26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009650"/>
            <a:ext cx="5157787" cy="54305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v-SE" dirty="0"/>
              <a:t>long </a:t>
            </a:r>
            <a:r>
              <a:rPr lang="sv-SE" dirty="0" err="1"/>
              <a:t>rfact</a:t>
            </a:r>
            <a:r>
              <a:rPr lang="sv-SE" dirty="0"/>
              <a:t>(long n) </a:t>
            </a:r>
          </a:p>
          <a:p>
            <a:pPr marL="0" indent="0">
              <a:buNone/>
            </a:pPr>
            <a:r>
              <a:rPr lang="sv-SE" dirty="0"/>
              <a:t>// n </a:t>
            </a:r>
            <a:r>
              <a:rPr lang="sv-SE" dirty="0" err="1"/>
              <a:t>stored</a:t>
            </a:r>
            <a:r>
              <a:rPr lang="sv-SE" dirty="0"/>
              <a:t> in 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{</a:t>
            </a:r>
          </a:p>
          <a:p>
            <a:pPr marL="0" indent="0">
              <a:buNone/>
            </a:pPr>
            <a:r>
              <a:rPr lang="sv-SE" dirty="0"/>
              <a:t>   long </a:t>
            </a:r>
            <a:r>
              <a:rPr lang="sv-SE" dirty="0" err="1"/>
              <a:t>result</a:t>
            </a:r>
            <a:r>
              <a:rPr lang="sv-SE" dirty="0"/>
              <a:t>;</a:t>
            </a:r>
          </a:p>
          <a:p>
            <a:pPr marL="0" indent="0">
              <a:buNone/>
            </a:pPr>
            <a:r>
              <a:rPr lang="sv-SE" dirty="0"/>
              <a:t>   </a:t>
            </a:r>
            <a:r>
              <a:rPr lang="sv-SE" dirty="0" err="1"/>
              <a:t>if</a:t>
            </a:r>
            <a:r>
              <a:rPr lang="sv-SE" dirty="0"/>
              <a:t> (n &lt;= 1)</a:t>
            </a:r>
          </a:p>
          <a:p>
            <a:pPr marL="0" indent="0">
              <a:buNone/>
            </a:pPr>
            <a:r>
              <a:rPr lang="sv-SE" dirty="0"/>
              <a:t>      </a:t>
            </a:r>
            <a:r>
              <a:rPr lang="sv-SE" dirty="0" err="1"/>
              <a:t>result</a:t>
            </a:r>
            <a:r>
              <a:rPr lang="sv-SE" dirty="0"/>
              <a:t> = 1;</a:t>
            </a:r>
          </a:p>
          <a:p>
            <a:pPr marL="0" indent="0">
              <a:buNone/>
            </a:pPr>
            <a:r>
              <a:rPr lang="sv-SE" dirty="0"/>
              <a:t>   </a:t>
            </a:r>
            <a:r>
              <a:rPr lang="sv-SE" dirty="0" err="1"/>
              <a:t>else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      </a:t>
            </a:r>
            <a:r>
              <a:rPr lang="sv-SE" dirty="0" err="1"/>
              <a:t>result</a:t>
            </a:r>
            <a:r>
              <a:rPr lang="sv-SE" dirty="0"/>
              <a:t> = n*</a:t>
            </a:r>
            <a:r>
              <a:rPr lang="sv-SE" dirty="0" err="1"/>
              <a:t>rfact</a:t>
            </a:r>
            <a:r>
              <a:rPr lang="sv-SE" dirty="0"/>
              <a:t>(n-1);</a:t>
            </a:r>
          </a:p>
          <a:p>
            <a:pPr marL="0" indent="0">
              <a:buNone/>
            </a:pPr>
            <a:r>
              <a:rPr lang="sv-SE" dirty="0"/>
              <a:t>   </a:t>
            </a:r>
            <a:r>
              <a:rPr lang="sv-SE" dirty="0" err="1"/>
              <a:t>return</a:t>
            </a:r>
            <a:r>
              <a:rPr lang="sv-SE" dirty="0"/>
              <a:t> </a:t>
            </a:r>
            <a:r>
              <a:rPr lang="sv-SE" dirty="0" err="1"/>
              <a:t>result</a:t>
            </a:r>
            <a:r>
              <a:rPr lang="sv-SE" dirty="0"/>
              <a:t>;</a:t>
            </a:r>
          </a:p>
          <a:p>
            <a:pPr marL="0" indent="0">
              <a:buNone/>
            </a:pPr>
            <a:r>
              <a:rPr lang="sv-SE" dirty="0"/>
              <a:t>}</a:t>
            </a:r>
          </a:p>
          <a:p>
            <a:pPr marL="0" indent="0">
              <a:buNone/>
            </a:pPr>
            <a:r>
              <a:rPr lang="sv-SE" dirty="0"/>
              <a:t>//</a:t>
            </a:r>
            <a:r>
              <a:rPr lang="sv-SE" dirty="0" err="1"/>
              <a:t>result</a:t>
            </a:r>
            <a:r>
              <a:rPr lang="sv-SE" dirty="0"/>
              <a:t> </a:t>
            </a:r>
            <a:r>
              <a:rPr lang="sv-SE" dirty="0" err="1"/>
              <a:t>returned</a:t>
            </a:r>
            <a:r>
              <a:rPr lang="sv-SE" dirty="0"/>
              <a:t> in </a:t>
            </a:r>
            <a:r>
              <a:rPr lang="sv-SE"/>
              <a:t>rax</a:t>
            </a:r>
            <a:endParaRPr lang="sv-SE" dirty="0"/>
          </a:p>
          <a:p>
            <a:pPr marL="0" indent="0">
              <a:buNone/>
            </a:pPr>
            <a:endParaRPr lang="sv-S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7B97D6-3A13-4961-3CD3-69AF00DB3B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47651"/>
            <a:ext cx="5183188" cy="342900"/>
          </a:xfrm>
        </p:spPr>
        <p:txBody>
          <a:bodyPr>
            <a:normAutofit fontScale="85000" lnSpcReduction="20000"/>
          </a:bodyPr>
          <a:lstStyle/>
          <a:p>
            <a:r>
              <a:rPr lang="sv-SE" dirty="0"/>
              <a:t>X86-64 </a:t>
            </a:r>
            <a:r>
              <a:rPr lang="sv-SE" dirty="0" err="1"/>
              <a:t>assembly</a:t>
            </a:r>
            <a:r>
              <a:rPr lang="sv-SE" dirty="0"/>
              <a:t> </a:t>
            </a:r>
            <a:r>
              <a:rPr lang="sv-SE" dirty="0" err="1"/>
              <a:t>code</a:t>
            </a:r>
            <a:r>
              <a:rPr lang="sv-SE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03171B-54E3-1B54-C309-5A36D176EB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296277" y="1009650"/>
            <a:ext cx="6708618" cy="51800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v-SE" dirty="0" err="1"/>
              <a:t>rfact</a:t>
            </a:r>
            <a:r>
              <a:rPr lang="sv-SE" dirty="0"/>
              <a:t>:	</a:t>
            </a:r>
            <a:r>
              <a:rPr lang="sv-SE" dirty="0" err="1"/>
              <a:t>pushq</a:t>
            </a:r>
            <a:r>
              <a:rPr lang="sv-SE" dirty="0"/>
              <a:t>	%</a:t>
            </a:r>
            <a:r>
              <a:rPr lang="sv-SE" dirty="0" err="1"/>
              <a:t>rbx</a:t>
            </a:r>
            <a:r>
              <a:rPr lang="sv-SE" dirty="0"/>
              <a:t>	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%</a:t>
            </a:r>
            <a:r>
              <a:rPr lang="sv-SE" dirty="0" err="1"/>
              <a:t>rdi</a:t>
            </a:r>
            <a:r>
              <a:rPr lang="sv-SE" dirty="0"/>
              <a:t>, 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movq</a:t>
            </a:r>
            <a:r>
              <a:rPr lang="sv-SE" dirty="0"/>
              <a:t>		$1, %</a:t>
            </a:r>
            <a:r>
              <a:rPr lang="sv-SE" dirty="0" err="1"/>
              <a:t>rax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compq</a:t>
            </a:r>
            <a:r>
              <a:rPr lang="sv-SE" dirty="0"/>
              <a:t>	$1, %</a:t>
            </a:r>
            <a:r>
              <a:rPr lang="sv-SE" dirty="0" err="1"/>
              <a:t>rdi</a:t>
            </a:r>
            <a:r>
              <a:rPr lang="sv-SE" dirty="0"/>
              <a:t>	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jle</a:t>
            </a:r>
            <a:r>
              <a:rPr lang="sv-SE" dirty="0"/>
              <a:t>		.L35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decq</a:t>
            </a:r>
            <a:r>
              <a:rPr lang="sv-SE" dirty="0"/>
              <a:t>		%</a:t>
            </a:r>
            <a:r>
              <a:rPr lang="sv-SE" dirty="0" err="1"/>
              <a:t>rdi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call		</a:t>
            </a:r>
            <a:r>
              <a:rPr lang="sv-SE" dirty="0" err="1"/>
              <a:t>rfact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imulq</a:t>
            </a:r>
            <a:r>
              <a:rPr lang="sv-SE" dirty="0"/>
              <a:t>		%</a:t>
            </a:r>
            <a:r>
              <a:rPr lang="sv-SE" dirty="0" err="1"/>
              <a:t>rbx</a:t>
            </a:r>
            <a:r>
              <a:rPr lang="sv-SE" dirty="0"/>
              <a:t>, %</a:t>
            </a:r>
            <a:r>
              <a:rPr lang="sv-SE" dirty="0" err="1"/>
              <a:t>rax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.L35:	</a:t>
            </a:r>
            <a:r>
              <a:rPr lang="sv-SE" dirty="0" err="1"/>
              <a:t>popq</a:t>
            </a:r>
            <a:r>
              <a:rPr lang="sv-SE" dirty="0"/>
              <a:t>		%</a:t>
            </a:r>
            <a:r>
              <a:rPr lang="sv-SE" dirty="0" err="1"/>
              <a:t>rbx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retq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277218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7147</TotalTime>
  <Words>6272</Words>
  <Application>Microsoft Office PowerPoint</Application>
  <PresentationFormat>Widescreen</PresentationFormat>
  <Paragraphs>815</Paragraphs>
  <Slides>46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Aptos</vt:lpstr>
      <vt:lpstr>Aptos Display</vt:lpstr>
      <vt:lpstr>Arial</vt:lpstr>
      <vt:lpstr>Office Theme</vt:lpstr>
      <vt:lpstr>Recursive x86-64 Assembly Program for Calculating Factorial</vt:lpstr>
      <vt:lpstr>Overview</vt:lpstr>
      <vt:lpstr>PowerPoint Presentation</vt:lpstr>
      <vt:lpstr>PowerPoint Presentation</vt:lpstr>
      <vt:lpstr>Recursive C function for factorial</vt:lpstr>
      <vt:lpstr>PowerPoint Presentation</vt:lpstr>
      <vt:lpstr>An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 again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Lars Lundberg</dc:creator>
  <cp:lastModifiedBy>Lars Lundberg</cp:lastModifiedBy>
  <cp:revision>1</cp:revision>
  <dcterms:created xsi:type="dcterms:W3CDTF">2025-02-23T17:14:28Z</dcterms:created>
  <dcterms:modified xsi:type="dcterms:W3CDTF">2025-03-07T09:44:20Z</dcterms:modified>
</cp:coreProperties>
</file>