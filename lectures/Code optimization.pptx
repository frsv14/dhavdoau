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301" r:id="rId3"/>
    <p:sldId id="304" r:id="rId4"/>
    <p:sldId id="305" r:id="rId5"/>
    <p:sldId id="306" r:id="rId6"/>
    <p:sldId id="307" r:id="rId7"/>
    <p:sldId id="308" r:id="rId8"/>
    <p:sldId id="309" r:id="rId9"/>
    <p:sldId id="310" r:id="rId10"/>
    <p:sldId id="311" r:id="rId11"/>
    <p:sldId id="312" r:id="rId12"/>
    <p:sldId id="313" r:id="rId13"/>
    <p:sldId id="314" r:id="rId14"/>
    <p:sldId id="315" r:id="rId15"/>
    <p:sldId id="324" r:id="rId16"/>
    <p:sldId id="316" r:id="rId17"/>
    <p:sldId id="317" r:id="rId18"/>
    <p:sldId id="318" r:id="rId19"/>
    <p:sldId id="319" r:id="rId20"/>
    <p:sldId id="320" r:id="rId21"/>
    <p:sldId id="321" r:id="rId22"/>
    <p:sldId id="322" r:id="rId23"/>
    <p:sldId id="323" r:id="rId24"/>
    <p:sldId id="325" r:id="rId25"/>
    <p:sldId id="326" r:id="rId26"/>
    <p:sldId id="327" r:id="rId27"/>
    <p:sldId id="328" r:id="rId28"/>
    <p:sldId id="329" r:id="rId29"/>
    <p:sldId id="330" r:id="rId30"/>
    <p:sldId id="331" r:id="rId31"/>
    <p:sldId id="333" r:id="rId32"/>
    <p:sldId id="334" r:id="rId33"/>
    <p:sldId id="335" r:id="rId34"/>
    <p:sldId id="336" r:id="rId35"/>
    <p:sldId id="332" r:id="rId36"/>
    <p:sldId id="337" r:id="rId37"/>
    <p:sldId id="344" r:id="rId38"/>
    <p:sldId id="345" r:id="rId39"/>
    <p:sldId id="338" r:id="rId40"/>
    <p:sldId id="346" r:id="rId41"/>
    <p:sldId id="339" r:id="rId42"/>
    <p:sldId id="340" r:id="rId43"/>
    <p:sldId id="341" r:id="rId44"/>
    <p:sldId id="342" r:id="rId45"/>
    <p:sldId id="343" r:id="rId46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FF0029-E823-43EF-89B8-89700DD40512}" v="123" dt="2025-03-09T16:57:35.4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rs Lundberg" userId="2df479a7-79f3-4063-8e5b-fb2f29919dbd" providerId="ADAL" clId="{ADFF0029-E823-43EF-89B8-89700DD40512}"/>
    <pc:docChg chg="undo custSel addSld delSld modSld sldOrd">
      <pc:chgData name="Lars Lundberg" userId="2df479a7-79f3-4063-8e5b-fb2f29919dbd" providerId="ADAL" clId="{ADFF0029-E823-43EF-89B8-89700DD40512}" dt="2025-03-10T11:23:07.774" v="13028" actId="47"/>
      <pc:docMkLst>
        <pc:docMk/>
      </pc:docMkLst>
      <pc:sldChg chg="modSp mod">
        <pc:chgData name="Lars Lundberg" userId="2df479a7-79f3-4063-8e5b-fb2f29919dbd" providerId="ADAL" clId="{ADFF0029-E823-43EF-89B8-89700DD40512}" dt="2025-03-04T15:14:35.705" v="34" actId="20577"/>
        <pc:sldMkLst>
          <pc:docMk/>
          <pc:sldMk cId="1098708532" sldId="256"/>
        </pc:sldMkLst>
        <pc:spChg chg="mod">
          <ac:chgData name="Lars Lundberg" userId="2df479a7-79f3-4063-8e5b-fb2f29919dbd" providerId="ADAL" clId="{ADFF0029-E823-43EF-89B8-89700DD40512}" dt="2025-03-04T15:14:29.547" v="33" actId="20577"/>
          <ac:spMkLst>
            <pc:docMk/>
            <pc:sldMk cId="1098708532" sldId="256"/>
            <ac:spMk id="2" creationId="{EE251F73-5580-5160-E412-07C8C919F691}"/>
          </ac:spMkLst>
        </pc:spChg>
        <pc:spChg chg="mod">
          <ac:chgData name="Lars Lundberg" userId="2df479a7-79f3-4063-8e5b-fb2f29919dbd" providerId="ADAL" clId="{ADFF0029-E823-43EF-89B8-89700DD40512}" dt="2025-03-04T15:14:35.705" v="34" actId="20577"/>
          <ac:spMkLst>
            <pc:docMk/>
            <pc:sldMk cId="1098708532" sldId="256"/>
            <ac:spMk id="3" creationId="{AA53395B-C742-33B2-B030-3CF9F80812D8}"/>
          </ac:spMkLst>
        </pc:spChg>
      </pc:sldChg>
      <pc:sldChg chg="del">
        <pc:chgData name="Lars Lundberg" userId="2df479a7-79f3-4063-8e5b-fb2f29919dbd" providerId="ADAL" clId="{ADFF0029-E823-43EF-89B8-89700DD40512}" dt="2025-03-10T11:23:06.291" v="13026" actId="47"/>
        <pc:sldMkLst>
          <pc:docMk/>
          <pc:sldMk cId="1732494689" sldId="257"/>
        </pc:sldMkLst>
      </pc:sldChg>
      <pc:sldChg chg="del">
        <pc:chgData name="Lars Lundberg" userId="2df479a7-79f3-4063-8e5b-fb2f29919dbd" providerId="ADAL" clId="{ADFF0029-E823-43EF-89B8-89700DD40512}" dt="2025-03-10T11:23:05.906" v="13025" actId="47"/>
        <pc:sldMkLst>
          <pc:docMk/>
          <pc:sldMk cId="3214682117" sldId="258"/>
        </pc:sldMkLst>
      </pc:sldChg>
      <pc:sldChg chg="del">
        <pc:chgData name="Lars Lundberg" userId="2df479a7-79f3-4063-8e5b-fb2f29919dbd" providerId="ADAL" clId="{ADFF0029-E823-43EF-89B8-89700DD40512}" dt="2025-03-10T11:23:05.482" v="13024" actId="47"/>
        <pc:sldMkLst>
          <pc:docMk/>
          <pc:sldMk cId="1944447278" sldId="261"/>
        </pc:sldMkLst>
      </pc:sldChg>
      <pc:sldChg chg="del">
        <pc:chgData name="Lars Lundberg" userId="2df479a7-79f3-4063-8e5b-fb2f29919dbd" providerId="ADAL" clId="{ADFF0029-E823-43EF-89B8-89700DD40512}" dt="2025-03-10T11:23:05.119" v="13023" actId="47"/>
        <pc:sldMkLst>
          <pc:docMk/>
          <pc:sldMk cId="3288021730" sldId="262"/>
        </pc:sldMkLst>
      </pc:sldChg>
      <pc:sldChg chg="del">
        <pc:chgData name="Lars Lundberg" userId="2df479a7-79f3-4063-8e5b-fb2f29919dbd" providerId="ADAL" clId="{ADFF0029-E823-43EF-89B8-89700DD40512}" dt="2025-03-10T11:22:50.120" v="12985" actId="47"/>
        <pc:sldMkLst>
          <pc:docMk/>
          <pc:sldMk cId="4277218951" sldId="263"/>
        </pc:sldMkLst>
      </pc:sldChg>
      <pc:sldChg chg="del">
        <pc:chgData name="Lars Lundberg" userId="2df479a7-79f3-4063-8e5b-fb2f29919dbd" providerId="ADAL" clId="{ADFF0029-E823-43EF-89B8-89700DD40512}" dt="2025-03-10T11:23:04.734" v="13022" actId="47"/>
        <pc:sldMkLst>
          <pc:docMk/>
          <pc:sldMk cId="3104120739" sldId="264"/>
        </pc:sldMkLst>
      </pc:sldChg>
      <pc:sldChg chg="del">
        <pc:chgData name="Lars Lundberg" userId="2df479a7-79f3-4063-8e5b-fb2f29919dbd" providerId="ADAL" clId="{ADFF0029-E823-43EF-89B8-89700DD40512}" dt="2025-03-10T11:23:04.333" v="13021" actId="47"/>
        <pc:sldMkLst>
          <pc:docMk/>
          <pc:sldMk cId="3223429924" sldId="265"/>
        </pc:sldMkLst>
      </pc:sldChg>
      <pc:sldChg chg="del">
        <pc:chgData name="Lars Lundberg" userId="2df479a7-79f3-4063-8e5b-fb2f29919dbd" providerId="ADAL" clId="{ADFF0029-E823-43EF-89B8-89700DD40512}" dt="2025-03-10T11:23:03.968" v="13020" actId="47"/>
        <pc:sldMkLst>
          <pc:docMk/>
          <pc:sldMk cId="1717552124" sldId="266"/>
        </pc:sldMkLst>
      </pc:sldChg>
      <pc:sldChg chg="del">
        <pc:chgData name="Lars Lundberg" userId="2df479a7-79f3-4063-8e5b-fb2f29919dbd" providerId="ADAL" clId="{ADFF0029-E823-43EF-89B8-89700DD40512}" dt="2025-03-10T11:23:03.563" v="13019" actId="47"/>
        <pc:sldMkLst>
          <pc:docMk/>
          <pc:sldMk cId="997541000" sldId="267"/>
        </pc:sldMkLst>
      </pc:sldChg>
      <pc:sldChg chg="del">
        <pc:chgData name="Lars Lundberg" userId="2df479a7-79f3-4063-8e5b-fb2f29919dbd" providerId="ADAL" clId="{ADFF0029-E823-43EF-89B8-89700DD40512}" dt="2025-03-10T11:23:03.171" v="13018" actId="47"/>
        <pc:sldMkLst>
          <pc:docMk/>
          <pc:sldMk cId="2107529057" sldId="268"/>
        </pc:sldMkLst>
      </pc:sldChg>
      <pc:sldChg chg="del">
        <pc:chgData name="Lars Lundberg" userId="2df479a7-79f3-4063-8e5b-fb2f29919dbd" providerId="ADAL" clId="{ADFF0029-E823-43EF-89B8-89700DD40512}" dt="2025-03-10T11:23:02.745" v="13017" actId="47"/>
        <pc:sldMkLst>
          <pc:docMk/>
          <pc:sldMk cId="146399596" sldId="269"/>
        </pc:sldMkLst>
      </pc:sldChg>
      <pc:sldChg chg="del">
        <pc:chgData name="Lars Lundberg" userId="2df479a7-79f3-4063-8e5b-fb2f29919dbd" providerId="ADAL" clId="{ADFF0029-E823-43EF-89B8-89700DD40512}" dt="2025-03-10T11:23:02.382" v="13016" actId="47"/>
        <pc:sldMkLst>
          <pc:docMk/>
          <pc:sldMk cId="2355743258" sldId="270"/>
        </pc:sldMkLst>
      </pc:sldChg>
      <pc:sldChg chg="del">
        <pc:chgData name="Lars Lundberg" userId="2df479a7-79f3-4063-8e5b-fb2f29919dbd" providerId="ADAL" clId="{ADFF0029-E823-43EF-89B8-89700DD40512}" dt="2025-03-10T11:23:02.034" v="13015" actId="47"/>
        <pc:sldMkLst>
          <pc:docMk/>
          <pc:sldMk cId="108817217" sldId="271"/>
        </pc:sldMkLst>
      </pc:sldChg>
      <pc:sldChg chg="del">
        <pc:chgData name="Lars Lundberg" userId="2df479a7-79f3-4063-8e5b-fb2f29919dbd" providerId="ADAL" clId="{ADFF0029-E823-43EF-89B8-89700DD40512}" dt="2025-03-10T11:23:01.648" v="13014" actId="47"/>
        <pc:sldMkLst>
          <pc:docMk/>
          <pc:sldMk cId="4242900257" sldId="272"/>
        </pc:sldMkLst>
      </pc:sldChg>
      <pc:sldChg chg="del">
        <pc:chgData name="Lars Lundberg" userId="2df479a7-79f3-4063-8e5b-fb2f29919dbd" providerId="ADAL" clId="{ADFF0029-E823-43EF-89B8-89700DD40512}" dt="2025-03-10T11:23:01.258" v="13013" actId="47"/>
        <pc:sldMkLst>
          <pc:docMk/>
          <pc:sldMk cId="1148552597" sldId="273"/>
        </pc:sldMkLst>
      </pc:sldChg>
      <pc:sldChg chg="del">
        <pc:chgData name="Lars Lundberg" userId="2df479a7-79f3-4063-8e5b-fb2f29919dbd" providerId="ADAL" clId="{ADFF0029-E823-43EF-89B8-89700DD40512}" dt="2025-03-10T11:23:00.879" v="13012" actId="47"/>
        <pc:sldMkLst>
          <pc:docMk/>
          <pc:sldMk cId="735462054" sldId="274"/>
        </pc:sldMkLst>
      </pc:sldChg>
      <pc:sldChg chg="del">
        <pc:chgData name="Lars Lundberg" userId="2df479a7-79f3-4063-8e5b-fb2f29919dbd" providerId="ADAL" clId="{ADFF0029-E823-43EF-89B8-89700DD40512}" dt="2025-03-10T11:23:00.494" v="13011" actId="47"/>
        <pc:sldMkLst>
          <pc:docMk/>
          <pc:sldMk cId="3722680533" sldId="275"/>
        </pc:sldMkLst>
      </pc:sldChg>
      <pc:sldChg chg="del">
        <pc:chgData name="Lars Lundberg" userId="2df479a7-79f3-4063-8e5b-fb2f29919dbd" providerId="ADAL" clId="{ADFF0029-E823-43EF-89B8-89700DD40512}" dt="2025-03-10T11:23:00.108" v="13010" actId="47"/>
        <pc:sldMkLst>
          <pc:docMk/>
          <pc:sldMk cId="2466948073" sldId="276"/>
        </pc:sldMkLst>
      </pc:sldChg>
      <pc:sldChg chg="del">
        <pc:chgData name="Lars Lundberg" userId="2df479a7-79f3-4063-8e5b-fb2f29919dbd" providerId="ADAL" clId="{ADFF0029-E823-43EF-89B8-89700DD40512}" dt="2025-03-10T11:22:59.785" v="13009" actId="47"/>
        <pc:sldMkLst>
          <pc:docMk/>
          <pc:sldMk cId="2771342882" sldId="277"/>
        </pc:sldMkLst>
      </pc:sldChg>
      <pc:sldChg chg="del">
        <pc:chgData name="Lars Lundberg" userId="2df479a7-79f3-4063-8e5b-fb2f29919dbd" providerId="ADAL" clId="{ADFF0029-E823-43EF-89B8-89700DD40512}" dt="2025-03-10T11:22:59.338" v="13008" actId="47"/>
        <pc:sldMkLst>
          <pc:docMk/>
          <pc:sldMk cId="1874816797" sldId="278"/>
        </pc:sldMkLst>
      </pc:sldChg>
      <pc:sldChg chg="del">
        <pc:chgData name="Lars Lundberg" userId="2df479a7-79f3-4063-8e5b-fb2f29919dbd" providerId="ADAL" clId="{ADFF0029-E823-43EF-89B8-89700DD40512}" dt="2025-03-10T11:22:58.964" v="13007" actId="47"/>
        <pc:sldMkLst>
          <pc:docMk/>
          <pc:sldMk cId="4049189024" sldId="279"/>
        </pc:sldMkLst>
      </pc:sldChg>
      <pc:sldChg chg="del">
        <pc:chgData name="Lars Lundberg" userId="2df479a7-79f3-4063-8e5b-fb2f29919dbd" providerId="ADAL" clId="{ADFF0029-E823-43EF-89B8-89700DD40512}" dt="2025-03-10T11:22:58.610" v="13006" actId="47"/>
        <pc:sldMkLst>
          <pc:docMk/>
          <pc:sldMk cId="3356518805" sldId="280"/>
        </pc:sldMkLst>
      </pc:sldChg>
      <pc:sldChg chg="del">
        <pc:chgData name="Lars Lundberg" userId="2df479a7-79f3-4063-8e5b-fb2f29919dbd" providerId="ADAL" clId="{ADFF0029-E823-43EF-89B8-89700DD40512}" dt="2025-03-10T11:22:58.219" v="13005" actId="47"/>
        <pc:sldMkLst>
          <pc:docMk/>
          <pc:sldMk cId="2995213205" sldId="281"/>
        </pc:sldMkLst>
      </pc:sldChg>
      <pc:sldChg chg="del">
        <pc:chgData name="Lars Lundberg" userId="2df479a7-79f3-4063-8e5b-fb2f29919dbd" providerId="ADAL" clId="{ADFF0029-E823-43EF-89B8-89700DD40512}" dt="2025-03-10T11:22:57.818" v="13004" actId="47"/>
        <pc:sldMkLst>
          <pc:docMk/>
          <pc:sldMk cId="630320444" sldId="282"/>
        </pc:sldMkLst>
      </pc:sldChg>
      <pc:sldChg chg="del">
        <pc:chgData name="Lars Lundberg" userId="2df479a7-79f3-4063-8e5b-fb2f29919dbd" providerId="ADAL" clId="{ADFF0029-E823-43EF-89B8-89700DD40512}" dt="2025-03-10T11:22:57.444" v="13003" actId="47"/>
        <pc:sldMkLst>
          <pc:docMk/>
          <pc:sldMk cId="3872939161" sldId="283"/>
        </pc:sldMkLst>
      </pc:sldChg>
      <pc:sldChg chg="del">
        <pc:chgData name="Lars Lundberg" userId="2df479a7-79f3-4063-8e5b-fb2f29919dbd" providerId="ADAL" clId="{ADFF0029-E823-43EF-89B8-89700DD40512}" dt="2025-03-10T11:22:57.069" v="13002" actId="47"/>
        <pc:sldMkLst>
          <pc:docMk/>
          <pc:sldMk cId="1300473493" sldId="284"/>
        </pc:sldMkLst>
      </pc:sldChg>
      <pc:sldChg chg="del">
        <pc:chgData name="Lars Lundberg" userId="2df479a7-79f3-4063-8e5b-fb2f29919dbd" providerId="ADAL" clId="{ADFF0029-E823-43EF-89B8-89700DD40512}" dt="2025-03-10T11:22:56.684" v="13001" actId="47"/>
        <pc:sldMkLst>
          <pc:docMk/>
          <pc:sldMk cId="1918359227" sldId="285"/>
        </pc:sldMkLst>
      </pc:sldChg>
      <pc:sldChg chg="del">
        <pc:chgData name="Lars Lundberg" userId="2df479a7-79f3-4063-8e5b-fb2f29919dbd" providerId="ADAL" clId="{ADFF0029-E823-43EF-89B8-89700DD40512}" dt="2025-03-10T11:22:56.294" v="13000" actId="47"/>
        <pc:sldMkLst>
          <pc:docMk/>
          <pc:sldMk cId="1749699803" sldId="286"/>
        </pc:sldMkLst>
      </pc:sldChg>
      <pc:sldChg chg="del">
        <pc:chgData name="Lars Lundberg" userId="2df479a7-79f3-4063-8e5b-fb2f29919dbd" providerId="ADAL" clId="{ADFF0029-E823-43EF-89B8-89700DD40512}" dt="2025-03-10T11:22:55.934" v="12999" actId="47"/>
        <pc:sldMkLst>
          <pc:docMk/>
          <pc:sldMk cId="3634154403" sldId="287"/>
        </pc:sldMkLst>
      </pc:sldChg>
      <pc:sldChg chg="del">
        <pc:chgData name="Lars Lundberg" userId="2df479a7-79f3-4063-8e5b-fb2f29919dbd" providerId="ADAL" clId="{ADFF0029-E823-43EF-89B8-89700DD40512}" dt="2025-03-10T11:22:55.529" v="12998" actId="47"/>
        <pc:sldMkLst>
          <pc:docMk/>
          <pc:sldMk cId="512700021" sldId="288"/>
        </pc:sldMkLst>
      </pc:sldChg>
      <pc:sldChg chg="del">
        <pc:chgData name="Lars Lundberg" userId="2df479a7-79f3-4063-8e5b-fb2f29919dbd" providerId="ADAL" clId="{ADFF0029-E823-43EF-89B8-89700DD40512}" dt="2025-03-10T11:22:55.108" v="12997" actId="47"/>
        <pc:sldMkLst>
          <pc:docMk/>
          <pc:sldMk cId="2001959297" sldId="289"/>
        </pc:sldMkLst>
      </pc:sldChg>
      <pc:sldChg chg="del">
        <pc:chgData name="Lars Lundberg" userId="2df479a7-79f3-4063-8e5b-fb2f29919dbd" providerId="ADAL" clId="{ADFF0029-E823-43EF-89B8-89700DD40512}" dt="2025-03-10T11:22:54.724" v="12996" actId="47"/>
        <pc:sldMkLst>
          <pc:docMk/>
          <pc:sldMk cId="872777670" sldId="290"/>
        </pc:sldMkLst>
      </pc:sldChg>
      <pc:sldChg chg="del">
        <pc:chgData name="Lars Lundberg" userId="2df479a7-79f3-4063-8e5b-fb2f29919dbd" providerId="ADAL" clId="{ADFF0029-E823-43EF-89B8-89700DD40512}" dt="2025-03-10T11:22:54.292" v="12995" actId="47"/>
        <pc:sldMkLst>
          <pc:docMk/>
          <pc:sldMk cId="3107758318" sldId="291"/>
        </pc:sldMkLst>
      </pc:sldChg>
      <pc:sldChg chg="del">
        <pc:chgData name="Lars Lundberg" userId="2df479a7-79f3-4063-8e5b-fb2f29919dbd" providerId="ADAL" clId="{ADFF0029-E823-43EF-89B8-89700DD40512}" dt="2025-03-10T11:22:53.907" v="12994" actId="47"/>
        <pc:sldMkLst>
          <pc:docMk/>
          <pc:sldMk cId="2434861373" sldId="292"/>
        </pc:sldMkLst>
      </pc:sldChg>
      <pc:sldChg chg="del">
        <pc:chgData name="Lars Lundberg" userId="2df479a7-79f3-4063-8e5b-fb2f29919dbd" providerId="ADAL" clId="{ADFF0029-E823-43EF-89B8-89700DD40512}" dt="2025-03-10T11:22:53.526" v="12993" actId="47"/>
        <pc:sldMkLst>
          <pc:docMk/>
          <pc:sldMk cId="1206967949" sldId="293"/>
        </pc:sldMkLst>
      </pc:sldChg>
      <pc:sldChg chg="del">
        <pc:chgData name="Lars Lundberg" userId="2df479a7-79f3-4063-8e5b-fb2f29919dbd" providerId="ADAL" clId="{ADFF0029-E823-43EF-89B8-89700DD40512}" dt="2025-03-10T11:22:53.136" v="12992" actId="47"/>
        <pc:sldMkLst>
          <pc:docMk/>
          <pc:sldMk cId="2135096788" sldId="294"/>
        </pc:sldMkLst>
      </pc:sldChg>
      <pc:sldChg chg="del">
        <pc:chgData name="Lars Lundberg" userId="2df479a7-79f3-4063-8e5b-fb2f29919dbd" providerId="ADAL" clId="{ADFF0029-E823-43EF-89B8-89700DD40512}" dt="2025-03-10T11:22:52.759" v="12991" actId="47"/>
        <pc:sldMkLst>
          <pc:docMk/>
          <pc:sldMk cId="4114908043" sldId="295"/>
        </pc:sldMkLst>
      </pc:sldChg>
      <pc:sldChg chg="del">
        <pc:chgData name="Lars Lundberg" userId="2df479a7-79f3-4063-8e5b-fb2f29919dbd" providerId="ADAL" clId="{ADFF0029-E823-43EF-89B8-89700DD40512}" dt="2025-03-10T11:22:52.362" v="12990" actId="47"/>
        <pc:sldMkLst>
          <pc:docMk/>
          <pc:sldMk cId="3556126496" sldId="296"/>
        </pc:sldMkLst>
      </pc:sldChg>
      <pc:sldChg chg="del">
        <pc:chgData name="Lars Lundberg" userId="2df479a7-79f3-4063-8e5b-fb2f29919dbd" providerId="ADAL" clId="{ADFF0029-E823-43EF-89B8-89700DD40512}" dt="2025-03-10T11:22:51.940" v="12989" actId="47"/>
        <pc:sldMkLst>
          <pc:docMk/>
          <pc:sldMk cId="1665768972" sldId="297"/>
        </pc:sldMkLst>
      </pc:sldChg>
      <pc:sldChg chg="del">
        <pc:chgData name="Lars Lundberg" userId="2df479a7-79f3-4063-8e5b-fb2f29919dbd" providerId="ADAL" clId="{ADFF0029-E823-43EF-89B8-89700DD40512}" dt="2025-03-10T11:22:51.539" v="12988" actId="47"/>
        <pc:sldMkLst>
          <pc:docMk/>
          <pc:sldMk cId="3669053891" sldId="298"/>
        </pc:sldMkLst>
      </pc:sldChg>
      <pc:sldChg chg="del">
        <pc:chgData name="Lars Lundberg" userId="2df479a7-79f3-4063-8e5b-fb2f29919dbd" providerId="ADAL" clId="{ADFF0029-E823-43EF-89B8-89700DD40512}" dt="2025-03-10T11:22:51.142" v="12987" actId="47"/>
        <pc:sldMkLst>
          <pc:docMk/>
          <pc:sldMk cId="1040574697" sldId="299"/>
        </pc:sldMkLst>
      </pc:sldChg>
      <pc:sldChg chg="del">
        <pc:chgData name="Lars Lundberg" userId="2df479a7-79f3-4063-8e5b-fb2f29919dbd" providerId="ADAL" clId="{ADFF0029-E823-43EF-89B8-89700DD40512}" dt="2025-03-10T11:22:50.706" v="12986" actId="47"/>
        <pc:sldMkLst>
          <pc:docMk/>
          <pc:sldMk cId="2240550727" sldId="300"/>
        </pc:sldMkLst>
      </pc:sldChg>
      <pc:sldChg chg="modSp mod">
        <pc:chgData name="Lars Lundberg" userId="2df479a7-79f3-4063-8e5b-fb2f29919dbd" providerId="ADAL" clId="{ADFF0029-E823-43EF-89B8-89700DD40512}" dt="2025-03-04T15:23:57.737" v="617" actId="20577"/>
        <pc:sldMkLst>
          <pc:docMk/>
          <pc:sldMk cId="4172008766" sldId="301"/>
        </pc:sldMkLst>
        <pc:spChg chg="mod">
          <ac:chgData name="Lars Lundberg" userId="2df479a7-79f3-4063-8e5b-fb2f29919dbd" providerId="ADAL" clId="{ADFF0029-E823-43EF-89B8-89700DD40512}" dt="2025-03-04T15:15:39.037" v="74" actId="20577"/>
          <ac:spMkLst>
            <pc:docMk/>
            <pc:sldMk cId="4172008766" sldId="301"/>
            <ac:spMk id="2" creationId="{18F81636-71B7-621B-2B0F-11A6D01AC044}"/>
          </ac:spMkLst>
        </pc:spChg>
        <pc:spChg chg="mod">
          <ac:chgData name="Lars Lundberg" userId="2df479a7-79f3-4063-8e5b-fb2f29919dbd" providerId="ADAL" clId="{ADFF0029-E823-43EF-89B8-89700DD40512}" dt="2025-03-04T15:23:57.737" v="617" actId="20577"/>
          <ac:spMkLst>
            <pc:docMk/>
            <pc:sldMk cId="4172008766" sldId="301"/>
            <ac:spMk id="3" creationId="{549FB835-3123-445F-6238-DFCA44E636C2}"/>
          </ac:spMkLst>
        </pc:spChg>
      </pc:sldChg>
      <pc:sldChg chg="del">
        <pc:chgData name="Lars Lundberg" userId="2df479a7-79f3-4063-8e5b-fb2f29919dbd" providerId="ADAL" clId="{ADFF0029-E823-43EF-89B8-89700DD40512}" dt="2025-03-10T11:23:07.774" v="13028" actId="47"/>
        <pc:sldMkLst>
          <pc:docMk/>
          <pc:sldMk cId="3451761154" sldId="302"/>
        </pc:sldMkLst>
      </pc:sldChg>
      <pc:sldChg chg="del">
        <pc:chgData name="Lars Lundberg" userId="2df479a7-79f3-4063-8e5b-fb2f29919dbd" providerId="ADAL" clId="{ADFF0029-E823-43EF-89B8-89700DD40512}" dt="2025-03-10T11:23:07.039" v="13027" actId="47"/>
        <pc:sldMkLst>
          <pc:docMk/>
          <pc:sldMk cId="650572915" sldId="303"/>
        </pc:sldMkLst>
      </pc:sldChg>
      <pc:sldChg chg="modSp new mod">
        <pc:chgData name="Lars Lundberg" userId="2df479a7-79f3-4063-8e5b-fb2f29919dbd" providerId="ADAL" clId="{ADFF0029-E823-43EF-89B8-89700DD40512}" dt="2025-03-09T16:04:11.775" v="12097" actId="20577"/>
        <pc:sldMkLst>
          <pc:docMk/>
          <pc:sldMk cId="2772871413" sldId="304"/>
        </pc:sldMkLst>
        <pc:spChg chg="mod">
          <ac:chgData name="Lars Lundberg" userId="2df479a7-79f3-4063-8e5b-fb2f29919dbd" providerId="ADAL" clId="{ADFF0029-E823-43EF-89B8-89700DD40512}" dt="2025-03-04T15:31:25.782" v="646" actId="20577"/>
          <ac:spMkLst>
            <pc:docMk/>
            <pc:sldMk cId="2772871413" sldId="304"/>
            <ac:spMk id="2" creationId="{B51B49CE-BD80-67BE-F5D6-843551C89EA0}"/>
          </ac:spMkLst>
        </pc:spChg>
        <pc:spChg chg="mod">
          <ac:chgData name="Lars Lundberg" userId="2df479a7-79f3-4063-8e5b-fb2f29919dbd" providerId="ADAL" clId="{ADFF0029-E823-43EF-89B8-89700DD40512}" dt="2025-03-09T16:04:11.775" v="12097" actId="20577"/>
          <ac:spMkLst>
            <pc:docMk/>
            <pc:sldMk cId="2772871413" sldId="304"/>
            <ac:spMk id="3" creationId="{7B460A4A-3C1C-15AF-6D58-671A2D836CD5}"/>
          </ac:spMkLst>
        </pc:spChg>
      </pc:sldChg>
      <pc:sldChg chg="modSp add mod">
        <pc:chgData name="Lars Lundberg" userId="2df479a7-79f3-4063-8e5b-fb2f29919dbd" providerId="ADAL" clId="{ADFF0029-E823-43EF-89B8-89700DD40512}" dt="2025-03-04T19:18:15.959" v="1291" actId="20578"/>
        <pc:sldMkLst>
          <pc:docMk/>
          <pc:sldMk cId="2558096748" sldId="305"/>
        </pc:sldMkLst>
        <pc:spChg chg="mod">
          <ac:chgData name="Lars Lundberg" userId="2df479a7-79f3-4063-8e5b-fb2f29919dbd" providerId="ADAL" clId="{ADFF0029-E823-43EF-89B8-89700DD40512}" dt="2025-03-04T19:18:15.959" v="1291" actId="20578"/>
          <ac:spMkLst>
            <pc:docMk/>
            <pc:sldMk cId="2558096748" sldId="305"/>
            <ac:spMk id="3" creationId="{B3E53BD9-DEA8-3C43-6F12-1C1B43FD14B0}"/>
          </ac:spMkLst>
        </pc:spChg>
      </pc:sldChg>
      <pc:sldChg chg="addSp delSp modSp new mod">
        <pc:chgData name="Lars Lundberg" userId="2df479a7-79f3-4063-8e5b-fb2f29919dbd" providerId="ADAL" clId="{ADFF0029-E823-43EF-89B8-89700DD40512}" dt="2025-03-05T10:46:37.058" v="1699" actId="1076"/>
        <pc:sldMkLst>
          <pc:docMk/>
          <pc:sldMk cId="1345891012" sldId="306"/>
        </pc:sldMkLst>
        <pc:spChg chg="add mod">
          <ac:chgData name="Lars Lundberg" userId="2df479a7-79f3-4063-8e5b-fb2f29919dbd" providerId="ADAL" clId="{ADFF0029-E823-43EF-89B8-89700DD40512}" dt="2025-03-04T19:24:16.188" v="1333" actId="20577"/>
          <ac:spMkLst>
            <pc:docMk/>
            <pc:sldMk cId="1345891012" sldId="306"/>
            <ac:spMk id="2" creationId="{0FB3C687-F5AD-20B0-63B4-557984F96CBB}"/>
          </ac:spMkLst>
        </pc:spChg>
        <pc:spChg chg="add mod">
          <ac:chgData name="Lars Lundberg" userId="2df479a7-79f3-4063-8e5b-fb2f29919dbd" providerId="ADAL" clId="{ADFF0029-E823-43EF-89B8-89700DD40512}" dt="2025-03-04T19:22:48.876" v="1322" actId="164"/>
          <ac:spMkLst>
            <pc:docMk/>
            <pc:sldMk cId="1345891012" sldId="306"/>
            <ac:spMk id="3" creationId="{E6F6F696-3E66-84A2-CDDF-0A771043C59F}"/>
          </ac:spMkLst>
        </pc:spChg>
        <pc:spChg chg="mod topLvl">
          <ac:chgData name="Lars Lundberg" userId="2df479a7-79f3-4063-8e5b-fb2f29919dbd" providerId="ADAL" clId="{ADFF0029-E823-43EF-89B8-89700DD40512}" dt="2025-03-04T19:35:19.153" v="1447" actId="14100"/>
          <ac:spMkLst>
            <pc:docMk/>
            <pc:sldMk cId="1345891012" sldId="306"/>
            <ac:spMk id="7" creationId="{2B9F5820-62EB-58E8-D7BA-5AEEFB7CBB60}"/>
          </ac:spMkLst>
        </pc:spChg>
        <pc:spChg chg="add mod">
          <ac:chgData name="Lars Lundberg" userId="2df479a7-79f3-4063-8e5b-fb2f29919dbd" providerId="ADAL" clId="{ADFF0029-E823-43EF-89B8-89700DD40512}" dt="2025-03-05T10:21:49.127" v="1562" actId="1076"/>
          <ac:spMkLst>
            <pc:docMk/>
            <pc:sldMk cId="1345891012" sldId="306"/>
            <ac:spMk id="8" creationId="{E355A7FA-1C34-6673-CDBD-9039DF67354E}"/>
          </ac:spMkLst>
        </pc:spChg>
        <pc:spChg chg="add mod">
          <ac:chgData name="Lars Lundberg" userId="2df479a7-79f3-4063-8e5b-fb2f29919dbd" providerId="ADAL" clId="{ADFF0029-E823-43EF-89B8-89700DD40512}" dt="2025-03-05T10:21:45.567" v="1561" actId="1076"/>
          <ac:spMkLst>
            <pc:docMk/>
            <pc:sldMk cId="1345891012" sldId="306"/>
            <ac:spMk id="11" creationId="{3DA88765-040B-CCCB-8488-8DCE366765F7}"/>
          </ac:spMkLst>
        </pc:spChg>
        <pc:spChg chg="add mod">
          <ac:chgData name="Lars Lundberg" userId="2df479a7-79f3-4063-8e5b-fb2f29919dbd" providerId="ADAL" clId="{ADFF0029-E823-43EF-89B8-89700DD40512}" dt="2025-03-05T10:46:37.058" v="1699" actId="1076"/>
          <ac:spMkLst>
            <pc:docMk/>
            <pc:sldMk cId="1345891012" sldId="306"/>
            <ac:spMk id="12" creationId="{922D41F8-2876-1019-7CE6-7D9C37B4DBCB}"/>
          </ac:spMkLst>
        </pc:spChg>
        <pc:spChg chg="add mod">
          <ac:chgData name="Lars Lundberg" userId="2df479a7-79f3-4063-8e5b-fb2f29919dbd" providerId="ADAL" clId="{ADFF0029-E823-43EF-89B8-89700DD40512}" dt="2025-03-05T10:46:32.410" v="1698" actId="1076"/>
          <ac:spMkLst>
            <pc:docMk/>
            <pc:sldMk cId="1345891012" sldId="306"/>
            <ac:spMk id="13" creationId="{FED91BA8-8576-C095-CEF6-6E15E51824B0}"/>
          </ac:spMkLst>
        </pc:spChg>
        <pc:spChg chg="add mod">
          <ac:chgData name="Lars Lundberg" userId="2df479a7-79f3-4063-8e5b-fb2f29919dbd" providerId="ADAL" clId="{ADFF0029-E823-43EF-89B8-89700DD40512}" dt="2025-03-04T19:35:24.575" v="1448" actId="14100"/>
          <ac:spMkLst>
            <pc:docMk/>
            <pc:sldMk cId="1345891012" sldId="306"/>
            <ac:spMk id="14" creationId="{F9D56242-9831-7A8C-1E9F-80A877C8B117}"/>
          </ac:spMkLst>
        </pc:spChg>
        <pc:spChg chg="add mod">
          <ac:chgData name="Lars Lundberg" userId="2df479a7-79f3-4063-8e5b-fb2f29919dbd" providerId="ADAL" clId="{ADFF0029-E823-43EF-89B8-89700DD40512}" dt="2025-03-05T10:18:39.680" v="1513" actId="20577"/>
          <ac:spMkLst>
            <pc:docMk/>
            <pc:sldMk cId="1345891012" sldId="306"/>
            <ac:spMk id="16" creationId="{B9C4F771-F344-68F4-3EC1-B84437304B6E}"/>
          </ac:spMkLst>
        </pc:spChg>
        <pc:spChg chg="add mod">
          <ac:chgData name="Lars Lundberg" userId="2df479a7-79f3-4063-8e5b-fb2f29919dbd" providerId="ADAL" clId="{ADFF0029-E823-43EF-89B8-89700DD40512}" dt="2025-03-05T10:20:05.436" v="1535" actId="20577"/>
          <ac:spMkLst>
            <pc:docMk/>
            <pc:sldMk cId="1345891012" sldId="306"/>
            <ac:spMk id="18" creationId="{01EC97DB-A794-F28D-59CA-237CA50D9601}"/>
          </ac:spMkLst>
        </pc:spChg>
        <pc:spChg chg="add mod">
          <ac:chgData name="Lars Lundberg" userId="2df479a7-79f3-4063-8e5b-fb2f29919dbd" providerId="ADAL" clId="{ADFF0029-E823-43EF-89B8-89700DD40512}" dt="2025-03-05T10:21:00.015" v="1540" actId="1076"/>
          <ac:spMkLst>
            <pc:docMk/>
            <pc:sldMk cId="1345891012" sldId="306"/>
            <ac:spMk id="19" creationId="{2D7E3060-86B9-C33F-B30A-BE160D7BCD2D}"/>
          </ac:spMkLst>
        </pc:spChg>
        <pc:spChg chg="add mod">
          <ac:chgData name="Lars Lundberg" userId="2df479a7-79f3-4063-8e5b-fb2f29919dbd" providerId="ADAL" clId="{ADFF0029-E823-43EF-89B8-89700DD40512}" dt="2025-03-05T10:21:22.742" v="1559" actId="20577"/>
          <ac:spMkLst>
            <pc:docMk/>
            <pc:sldMk cId="1345891012" sldId="306"/>
            <ac:spMk id="20" creationId="{EA806A2E-1B2D-3AD3-DCE4-21941FEDB588}"/>
          </ac:spMkLst>
        </pc:spChg>
        <pc:spChg chg="add mod">
          <ac:chgData name="Lars Lundberg" userId="2df479a7-79f3-4063-8e5b-fb2f29919dbd" providerId="ADAL" clId="{ADFF0029-E823-43EF-89B8-89700DD40512}" dt="2025-03-05T10:33:40.705" v="1636" actId="13926"/>
          <ac:spMkLst>
            <pc:docMk/>
            <pc:sldMk cId="1345891012" sldId="306"/>
            <ac:spMk id="21" creationId="{921F349E-26E3-201B-C0DC-98CCCF0ED2A5}"/>
          </ac:spMkLst>
        </pc:spChg>
        <pc:spChg chg="add mod">
          <ac:chgData name="Lars Lundberg" userId="2df479a7-79f3-4063-8e5b-fb2f29919dbd" providerId="ADAL" clId="{ADFF0029-E823-43EF-89B8-89700DD40512}" dt="2025-03-05T10:25:41.055" v="1586" actId="14100"/>
          <ac:spMkLst>
            <pc:docMk/>
            <pc:sldMk cId="1345891012" sldId="306"/>
            <ac:spMk id="25" creationId="{A1302BF1-BE11-43DB-F636-9802039F7550}"/>
          </ac:spMkLst>
        </pc:spChg>
        <pc:spChg chg="add mod">
          <ac:chgData name="Lars Lundberg" userId="2df479a7-79f3-4063-8e5b-fb2f29919dbd" providerId="ADAL" clId="{ADFF0029-E823-43EF-89B8-89700DD40512}" dt="2025-03-05T10:33:46.960" v="1637" actId="13926"/>
          <ac:spMkLst>
            <pc:docMk/>
            <pc:sldMk cId="1345891012" sldId="306"/>
            <ac:spMk id="26" creationId="{CC779B15-C530-3C5D-9976-8891930016D5}"/>
          </ac:spMkLst>
        </pc:spChg>
        <pc:spChg chg="add mod">
          <ac:chgData name="Lars Lundberg" userId="2df479a7-79f3-4063-8e5b-fb2f29919dbd" providerId="ADAL" clId="{ADFF0029-E823-43EF-89B8-89700DD40512}" dt="2025-03-05T10:25:59.834" v="1588" actId="1076"/>
          <ac:spMkLst>
            <pc:docMk/>
            <pc:sldMk cId="1345891012" sldId="306"/>
            <ac:spMk id="27" creationId="{FEC6B2CE-283D-005D-5272-C5ACAA65E8BE}"/>
          </ac:spMkLst>
        </pc:spChg>
        <pc:spChg chg="add mod">
          <ac:chgData name="Lars Lundberg" userId="2df479a7-79f3-4063-8e5b-fb2f29919dbd" providerId="ADAL" clId="{ADFF0029-E823-43EF-89B8-89700DD40512}" dt="2025-03-05T10:33:52.992" v="1638" actId="13926"/>
          <ac:spMkLst>
            <pc:docMk/>
            <pc:sldMk cId="1345891012" sldId="306"/>
            <ac:spMk id="31" creationId="{2AEB7AE4-C869-551A-BC84-2B2B8DC82D48}"/>
          </ac:spMkLst>
        </pc:spChg>
        <pc:spChg chg="add mod">
          <ac:chgData name="Lars Lundberg" userId="2df479a7-79f3-4063-8e5b-fb2f29919dbd" providerId="ADAL" clId="{ADFF0029-E823-43EF-89B8-89700DD40512}" dt="2025-03-05T10:35:11.989" v="1645" actId="1076"/>
          <ac:spMkLst>
            <pc:docMk/>
            <pc:sldMk cId="1345891012" sldId="306"/>
            <ac:spMk id="42" creationId="{ECF1C1EE-B95B-5DB4-946A-9799E3BE2793}"/>
          </ac:spMkLst>
        </pc:spChg>
        <pc:spChg chg="add mod">
          <ac:chgData name="Lars Lundberg" userId="2df479a7-79f3-4063-8e5b-fb2f29919dbd" providerId="ADAL" clId="{ADFF0029-E823-43EF-89B8-89700DD40512}" dt="2025-03-05T10:34:05.194" v="1640" actId="13926"/>
          <ac:spMkLst>
            <pc:docMk/>
            <pc:sldMk cId="1345891012" sldId="306"/>
            <ac:spMk id="46" creationId="{4EB29C81-F5D2-4EBE-C532-F5BDF8F0CE7D}"/>
          </ac:spMkLst>
        </pc:spChg>
        <pc:spChg chg="add mod">
          <ac:chgData name="Lars Lundberg" userId="2df479a7-79f3-4063-8e5b-fb2f29919dbd" providerId="ADAL" clId="{ADFF0029-E823-43EF-89B8-89700DD40512}" dt="2025-03-05T10:35:39.580" v="1647" actId="20577"/>
          <ac:spMkLst>
            <pc:docMk/>
            <pc:sldMk cId="1345891012" sldId="306"/>
            <ac:spMk id="47" creationId="{FD0D5D14-1787-B4D6-C519-EC3243186B3F}"/>
          </ac:spMkLst>
        </pc:spChg>
        <pc:grpChg chg="add mod">
          <ac:chgData name="Lars Lundberg" userId="2df479a7-79f3-4063-8e5b-fb2f29919dbd" providerId="ADAL" clId="{ADFF0029-E823-43EF-89B8-89700DD40512}" dt="2025-03-05T10:21:38.447" v="1560" actId="1076"/>
          <ac:grpSpMkLst>
            <pc:docMk/>
            <pc:sldMk cId="1345891012" sldId="306"/>
            <ac:grpSpMk id="4" creationId="{AE976486-208E-D3F7-A2A0-6780A1A42A0D}"/>
          </ac:grpSpMkLst>
        </pc:grpChg>
        <pc:cxnChg chg="add mod">
          <ac:chgData name="Lars Lundberg" userId="2df479a7-79f3-4063-8e5b-fb2f29919dbd" providerId="ADAL" clId="{ADFF0029-E823-43EF-89B8-89700DD40512}" dt="2025-03-05T10:23:07.202" v="1571" actId="14100"/>
          <ac:cxnSpMkLst>
            <pc:docMk/>
            <pc:sldMk cId="1345891012" sldId="306"/>
            <ac:cxnSpMk id="23" creationId="{365E59A0-1EBE-8DE2-7EAC-5C5D32EBE75C}"/>
          </ac:cxnSpMkLst>
        </pc:cxnChg>
        <pc:cxnChg chg="add mod">
          <ac:chgData name="Lars Lundberg" userId="2df479a7-79f3-4063-8e5b-fb2f29919dbd" providerId="ADAL" clId="{ADFF0029-E823-43EF-89B8-89700DD40512}" dt="2025-03-05T10:26:15.335" v="1591" actId="14100"/>
          <ac:cxnSpMkLst>
            <pc:docMk/>
            <pc:sldMk cId="1345891012" sldId="306"/>
            <ac:cxnSpMk id="28" creationId="{D6A77E6D-FAAF-06B4-1254-A6B1DBD8AC46}"/>
          </ac:cxnSpMkLst>
        </pc:cxnChg>
        <pc:cxnChg chg="add mod">
          <ac:chgData name="Lars Lundberg" userId="2df479a7-79f3-4063-8e5b-fb2f29919dbd" providerId="ADAL" clId="{ADFF0029-E823-43EF-89B8-89700DD40512}" dt="2025-03-05T10:28:19.926" v="1606" actId="14100"/>
          <ac:cxnSpMkLst>
            <pc:docMk/>
            <pc:sldMk cId="1345891012" sldId="306"/>
            <ac:cxnSpMk id="33" creationId="{DAEEF92D-4716-1B53-8BBF-E33D1877C193}"/>
          </ac:cxnSpMkLst>
        </pc:cxnChg>
        <pc:cxnChg chg="add mod">
          <ac:chgData name="Lars Lundberg" userId="2df479a7-79f3-4063-8e5b-fb2f29919dbd" providerId="ADAL" clId="{ADFF0029-E823-43EF-89B8-89700DD40512}" dt="2025-03-05T10:28:25.999" v="1607" actId="14100"/>
          <ac:cxnSpMkLst>
            <pc:docMk/>
            <pc:sldMk cId="1345891012" sldId="306"/>
            <ac:cxnSpMk id="35" creationId="{15A54737-96D2-4513-2ACA-14688BE84274}"/>
          </ac:cxnSpMkLst>
        </pc:cxnChg>
        <pc:cxnChg chg="add">
          <ac:chgData name="Lars Lundberg" userId="2df479a7-79f3-4063-8e5b-fb2f29919dbd" providerId="ADAL" clId="{ADFF0029-E823-43EF-89B8-89700DD40512}" dt="2025-03-05T10:28:36.145" v="1608" actId="11529"/>
          <ac:cxnSpMkLst>
            <pc:docMk/>
            <pc:sldMk cId="1345891012" sldId="306"/>
            <ac:cxnSpMk id="41" creationId="{7BAB9355-66AE-2B3D-6D96-90E3872DAA57}"/>
          </ac:cxnSpMkLst>
        </pc:cxnChg>
        <pc:cxnChg chg="add">
          <ac:chgData name="Lars Lundberg" userId="2df479a7-79f3-4063-8e5b-fb2f29919dbd" providerId="ADAL" clId="{ADFF0029-E823-43EF-89B8-89700DD40512}" dt="2025-03-05T10:31:19.465" v="1627" actId="11529"/>
          <ac:cxnSpMkLst>
            <pc:docMk/>
            <pc:sldMk cId="1345891012" sldId="306"/>
            <ac:cxnSpMk id="45" creationId="{BDB09821-2281-E3B0-FED5-763173FD218B}"/>
          </ac:cxnSpMkLst>
        </pc:cxnChg>
      </pc:sldChg>
      <pc:sldChg chg="addSp modSp new mod">
        <pc:chgData name="Lars Lundberg" userId="2df479a7-79f3-4063-8e5b-fb2f29919dbd" providerId="ADAL" clId="{ADFF0029-E823-43EF-89B8-89700DD40512}" dt="2025-03-05T10:48:16.342" v="1731" actId="20577"/>
        <pc:sldMkLst>
          <pc:docMk/>
          <pc:sldMk cId="1045592448" sldId="307"/>
        </pc:sldMkLst>
        <pc:spChg chg="mod">
          <ac:chgData name="Lars Lundberg" userId="2df479a7-79f3-4063-8e5b-fb2f29919dbd" providerId="ADAL" clId="{ADFF0029-E823-43EF-89B8-89700DD40512}" dt="2025-03-05T10:48:16.342" v="1731" actId="20577"/>
          <ac:spMkLst>
            <pc:docMk/>
            <pc:sldMk cId="1045592448" sldId="307"/>
            <ac:spMk id="2" creationId="{419D77BA-9A4E-DCD6-8316-2B2938083D09}"/>
          </ac:spMkLst>
        </pc:spChg>
        <pc:spChg chg="add mod">
          <ac:chgData name="Lars Lundberg" userId="2df479a7-79f3-4063-8e5b-fb2f29919dbd" providerId="ADAL" clId="{ADFF0029-E823-43EF-89B8-89700DD40512}" dt="2025-03-05T10:42:41.035" v="1688" actId="1076"/>
          <ac:spMkLst>
            <pc:docMk/>
            <pc:sldMk cId="1045592448" sldId="307"/>
            <ac:spMk id="3" creationId="{1844CACE-98C1-8259-4AA9-6994EC6AD30A}"/>
          </ac:spMkLst>
        </pc:spChg>
        <pc:spChg chg="add mod">
          <ac:chgData name="Lars Lundberg" userId="2df479a7-79f3-4063-8e5b-fb2f29919dbd" providerId="ADAL" clId="{ADFF0029-E823-43EF-89B8-89700DD40512}" dt="2025-03-05T10:42:41.035" v="1688" actId="1076"/>
          <ac:spMkLst>
            <pc:docMk/>
            <pc:sldMk cId="1045592448" sldId="307"/>
            <ac:spMk id="4" creationId="{D8C80BC5-7927-0690-33F5-24CB201B93F3}"/>
          </ac:spMkLst>
        </pc:spChg>
        <pc:spChg chg="add mod">
          <ac:chgData name="Lars Lundberg" userId="2df479a7-79f3-4063-8e5b-fb2f29919dbd" providerId="ADAL" clId="{ADFF0029-E823-43EF-89B8-89700DD40512}" dt="2025-03-05T10:42:41.035" v="1688" actId="1076"/>
          <ac:spMkLst>
            <pc:docMk/>
            <pc:sldMk cId="1045592448" sldId="307"/>
            <ac:spMk id="5" creationId="{B9C4B51B-2BC6-D78D-37B7-35110A16B627}"/>
          </ac:spMkLst>
        </pc:spChg>
        <pc:spChg chg="add mod">
          <ac:chgData name="Lars Lundberg" userId="2df479a7-79f3-4063-8e5b-fb2f29919dbd" providerId="ADAL" clId="{ADFF0029-E823-43EF-89B8-89700DD40512}" dt="2025-03-05T10:44:41.532" v="1697" actId="14100"/>
          <ac:spMkLst>
            <pc:docMk/>
            <pc:sldMk cId="1045592448" sldId="307"/>
            <ac:spMk id="6" creationId="{DD88BCA1-7A23-BB26-9596-9BD78ABA1EAA}"/>
          </ac:spMkLst>
        </pc:spChg>
        <pc:spChg chg="add mod">
          <ac:chgData name="Lars Lundberg" userId="2df479a7-79f3-4063-8e5b-fb2f29919dbd" providerId="ADAL" clId="{ADFF0029-E823-43EF-89B8-89700DD40512}" dt="2025-03-05T10:44:27.461" v="1696" actId="20577"/>
          <ac:spMkLst>
            <pc:docMk/>
            <pc:sldMk cId="1045592448" sldId="307"/>
            <ac:spMk id="7" creationId="{0DF949B5-B198-17D7-18A5-4E0CDE817093}"/>
          </ac:spMkLst>
        </pc:spChg>
        <pc:cxnChg chg="add mod">
          <ac:chgData name="Lars Lundberg" userId="2df479a7-79f3-4063-8e5b-fb2f29919dbd" providerId="ADAL" clId="{ADFF0029-E823-43EF-89B8-89700DD40512}" dt="2025-03-05T10:43:28.372" v="1692" actId="1582"/>
          <ac:cxnSpMkLst>
            <pc:docMk/>
            <pc:sldMk cId="1045592448" sldId="307"/>
            <ac:cxnSpMk id="9" creationId="{3C8B43D0-64A7-7AC7-2BDF-0630E1B265D8}"/>
          </ac:cxnSpMkLst>
        </pc:cxnChg>
      </pc:sldChg>
      <pc:sldChg chg="modSp new mod">
        <pc:chgData name="Lars Lundberg" userId="2df479a7-79f3-4063-8e5b-fb2f29919dbd" providerId="ADAL" clId="{ADFF0029-E823-43EF-89B8-89700DD40512}" dt="2025-03-05T10:50:11.848" v="1845" actId="20577"/>
        <pc:sldMkLst>
          <pc:docMk/>
          <pc:sldMk cId="2739053194" sldId="308"/>
        </pc:sldMkLst>
        <pc:spChg chg="mod">
          <ac:chgData name="Lars Lundberg" userId="2df479a7-79f3-4063-8e5b-fb2f29919dbd" providerId="ADAL" clId="{ADFF0029-E823-43EF-89B8-89700DD40512}" dt="2025-03-05T10:48:07.548" v="1730" actId="20577"/>
          <ac:spMkLst>
            <pc:docMk/>
            <pc:sldMk cId="2739053194" sldId="308"/>
            <ac:spMk id="2" creationId="{5AA9628A-EA88-F5CA-3303-CD816D9A28E4}"/>
          </ac:spMkLst>
        </pc:spChg>
        <pc:spChg chg="mod">
          <ac:chgData name="Lars Lundberg" userId="2df479a7-79f3-4063-8e5b-fb2f29919dbd" providerId="ADAL" clId="{ADFF0029-E823-43EF-89B8-89700DD40512}" dt="2025-03-05T10:50:11.848" v="1845" actId="20577"/>
          <ac:spMkLst>
            <pc:docMk/>
            <pc:sldMk cId="2739053194" sldId="308"/>
            <ac:spMk id="3" creationId="{FCC2D218-93C5-8361-8000-C6A53B8794DC}"/>
          </ac:spMkLst>
        </pc:spChg>
      </pc:sldChg>
      <pc:sldChg chg="add ord">
        <pc:chgData name="Lars Lundberg" userId="2df479a7-79f3-4063-8e5b-fb2f29919dbd" providerId="ADAL" clId="{ADFF0029-E823-43EF-89B8-89700DD40512}" dt="2025-03-05T10:50:47.402" v="1848"/>
        <pc:sldMkLst>
          <pc:docMk/>
          <pc:sldMk cId="3887000301" sldId="309"/>
        </pc:sldMkLst>
      </pc:sldChg>
      <pc:sldChg chg="addSp modSp add mod">
        <pc:chgData name="Lars Lundberg" userId="2df479a7-79f3-4063-8e5b-fb2f29919dbd" providerId="ADAL" clId="{ADFF0029-E823-43EF-89B8-89700DD40512}" dt="2025-03-05T10:54:39.394" v="1919" actId="1076"/>
        <pc:sldMkLst>
          <pc:docMk/>
          <pc:sldMk cId="2150406254" sldId="310"/>
        </pc:sldMkLst>
        <pc:spChg chg="add mod">
          <ac:chgData name="Lars Lundberg" userId="2df479a7-79f3-4063-8e5b-fb2f29919dbd" providerId="ADAL" clId="{ADFF0029-E823-43EF-89B8-89700DD40512}" dt="2025-03-05T10:54:39.394" v="1919" actId="1076"/>
          <ac:spMkLst>
            <pc:docMk/>
            <pc:sldMk cId="2150406254" sldId="310"/>
            <ac:spMk id="5" creationId="{DA421623-62AB-D16C-EE53-AC78BEBFC5CD}"/>
          </ac:spMkLst>
        </pc:spChg>
        <pc:spChg chg="mod">
          <ac:chgData name="Lars Lundberg" userId="2df479a7-79f3-4063-8e5b-fb2f29919dbd" providerId="ADAL" clId="{ADFF0029-E823-43EF-89B8-89700DD40512}" dt="2025-03-05T10:52:34.010" v="1860" actId="14100"/>
          <ac:spMkLst>
            <pc:docMk/>
            <pc:sldMk cId="2150406254" sldId="310"/>
            <ac:spMk id="7" creationId="{0A435CA5-D7E8-F426-68AC-78BFAC75A1C5}"/>
          </ac:spMkLst>
        </pc:spChg>
        <pc:spChg chg="mod">
          <ac:chgData name="Lars Lundberg" userId="2df479a7-79f3-4063-8e5b-fb2f29919dbd" providerId="ADAL" clId="{ADFF0029-E823-43EF-89B8-89700DD40512}" dt="2025-03-05T10:53:56.481" v="1869" actId="14100"/>
          <ac:spMkLst>
            <pc:docMk/>
            <pc:sldMk cId="2150406254" sldId="310"/>
            <ac:spMk id="14" creationId="{F342DF49-07E1-1919-EC4A-D2ABD28A0F52}"/>
          </ac:spMkLst>
        </pc:spChg>
        <pc:spChg chg="mod">
          <ac:chgData name="Lars Lundberg" userId="2df479a7-79f3-4063-8e5b-fb2f29919dbd" providerId="ADAL" clId="{ADFF0029-E823-43EF-89B8-89700DD40512}" dt="2025-03-05T10:52:25.658" v="1859" actId="20577"/>
          <ac:spMkLst>
            <pc:docMk/>
            <pc:sldMk cId="2150406254" sldId="310"/>
            <ac:spMk id="16" creationId="{D09C9753-B38B-ECB4-AFF2-5CC53507A71C}"/>
          </ac:spMkLst>
        </pc:spChg>
        <pc:spChg chg="mod">
          <ac:chgData name="Lars Lundberg" userId="2df479a7-79f3-4063-8e5b-fb2f29919dbd" providerId="ADAL" clId="{ADFF0029-E823-43EF-89B8-89700DD40512}" dt="2025-03-05T10:53:48.204" v="1868" actId="20577"/>
          <ac:spMkLst>
            <pc:docMk/>
            <pc:sldMk cId="2150406254" sldId="310"/>
            <ac:spMk id="18" creationId="{9A7F206B-77E4-D8BC-D0EA-2AA7300D2DAA}"/>
          </ac:spMkLst>
        </pc:spChg>
      </pc:sldChg>
      <pc:sldChg chg="modSp new mod">
        <pc:chgData name="Lars Lundberg" userId="2df479a7-79f3-4063-8e5b-fb2f29919dbd" providerId="ADAL" clId="{ADFF0029-E823-43EF-89B8-89700DD40512}" dt="2025-03-08T17:24:29.313" v="10510" actId="20577"/>
        <pc:sldMkLst>
          <pc:docMk/>
          <pc:sldMk cId="4007561659" sldId="311"/>
        </pc:sldMkLst>
        <pc:spChg chg="mod">
          <ac:chgData name="Lars Lundberg" userId="2df479a7-79f3-4063-8e5b-fb2f29919dbd" providerId="ADAL" clId="{ADFF0029-E823-43EF-89B8-89700DD40512}" dt="2025-03-05T14:33:17.372" v="1964" actId="20577"/>
          <ac:spMkLst>
            <pc:docMk/>
            <pc:sldMk cId="4007561659" sldId="311"/>
            <ac:spMk id="2" creationId="{217BBE75-C07B-3B73-E1D4-C58E2C3DA81A}"/>
          </ac:spMkLst>
        </pc:spChg>
        <pc:spChg chg="mod">
          <ac:chgData name="Lars Lundberg" userId="2df479a7-79f3-4063-8e5b-fb2f29919dbd" providerId="ADAL" clId="{ADFF0029-E823-43EF-89B8-89700DD40512}" dt="2025-03-08T17:24:29.313" v="10510" actId="20577"/>
          <ac:spMkLst>
            <pc:docMk/>
            <pc:sldMk cId="4007561659" sldId="311"/>
            <ac:spMk id="3" creationId="{2FD5406B-5D93-DCBD-6192-B5E370D362A6}"/>
          </ac:spMkLst>
        </pc:spChg>
      </pc:sldChg>
      <pc:sldChg chg="add ord">
        <pc:chgData name="Lars Lundberg" userId="2df479a7-79f3-4063-8e5b-fb2f29919dbd" providerId="ADAL" clId="{ADFF0029-E823-43EF-89B8-89700DD40512}" dt="2025-03-05T14:39:08.948" v="2245"/>
        <pc:sldMkLst>
          <pc:docMk/>
          <pc:sldMk cId="2237773572" sldId="312"/>
        </pc:sldMkLst>
      </pc:sldChg>
      <pc:sldChg chg="modSp add mod">
        <pc:chgData name="Lars Lundberg" userId="2df479a7-79f3-4063-8e5b-fb2f29919dbd" providerId="ADAL" clId="{ADFF0029-E823-43EF-89B8-89700DD40512}" dt="2025-03-05T14:40:03.648" v="2278" actId="20577"/>
        <pc:sldMkLst>
          <pc:docMk/>
          <pc:sldMk cId="819219716" sldId="313"/>
        </pc:sldMkLst>
        <pc:spChg chg="mod">
          <ac:chgData name="Lars Lundberg" userId="2df479a7-79f3-4063-8e5b-fb2f29919dbd" providerId="ADAL" clId="{ADFF0029-E823-43EF-89B8-89700DD40512}" dt="2025-03-05T14:40:03.648" v="2278" actId="20577"/>
          <ac:spMkLst>
            <pc:docMk/>
            <pc:sldMk cId="819219716" sldId="313"/>
            <ac:spMk id="5" creationId="{5B1158C8-2808-2AB1-644F-8CA61C944149}"/>
          </ac:spMkLst>
        </pc:spChg>
        <pc:spChg chg="mod">
          <ac:chgData name="Lars Lundberg" userId="2df479a7-79f3-4063-8e5b-fb2f29919dbd" providerId="ADAL" clId="{ADFF0029-E823-43EF-89B8-89700DD40512}" dt="2025-03-05T14:39:47.013" v="2253" actId="20577"/>
          <ac:spMkLst>
            <pc:docMk/>
            <pc:sldMk cId="819219716" sldId="313"/>
            <ac:spMk id="16" creationId="{448DA08E-3953-A580-9EB7-5F416EE70D91}"/>
          </ac:spMkLst>
        </pc:spChg>
      </pc:sldChg>
      <pc:sldChg chg="addSp delSp modSp add mod">
        <pc:chgData name="Lars Lundberg" userId="2df479a7-79f3-4063-8e5b-fb2f29919dbd" providerId="ADAL" clId="{ADFF0029-E823-43EF-89B8-89700DD40512}" dt="2025-03-06T07:25:12.612" v="3188" actId="22"/>
        <pc:sldMkLst>
          <pc:docMk/>
          <pc:sldMk cId="1807025401" sldId="314"/>
        </pc:sldMkLst>
        <pc:spChg chg="mod">
          <ac:chgData name="Lars Lundberg" userId="2df479a7-79f3-4063-8e5b-fb2f29919dbd" providerId="ADAL" clId="{ADFF0029-E823-43EF-89B8-89700DD40512}" dt="2025-03-05T14:40:52.866" v="2310"/>
          <ac:spMkLst>
            <pc:docMk/>
            <pc:sldMk cId="1807025401" sldId="314"/>
            <ac:spMk id="5" creationId="{B613D142-2F37-3C28-AEE7-35A4ACF65BC3}"/>
          </ac:spMkLst>
        </pc:spChg>
        <pc:spChg chg="mod">
          <ac:chgData name="Lars Lundberg" userId="2df479a7-79f3-4063-8e5b-fb2f29919dbd" providerId="ADAL" clId="{ADFF0029-E823-43EF-89B8-89700DD40512}" dt="2025-03-05T14:40:33.724" v="2281" actId="14100"/>
          <ac:spMkLst>
            <pc:docMk/>
            <pc:sldMk cId="1807025401" sldId="314"/>
            <ac:spMk id="7" creationId="{13D87033-8CBE-4FE9-DDC9-9838997946E4}"/>
          </ac:spMkLst>
        </pc:spChg>
        <pc:spChg chg="mod">
          <ac:chgData name="Lars Lundberg" userId="2df479a7-79f3-4063-8e5b-fb2f29919dbd" providerId="ADAL" clId="{ADFF0029-E823-43EF-89B8-89700DD40512}" dt="2025-03-05T14:40:28.297" v="2280" actId="20577"/>
          <ac:spMkLst>
            <pc:docMk/>
            <pc:sldMk cId="1807025401" sldId="314"/>
            <ac:spMk id="16" creationId="{D82AFFD5-BB5A-EFA2-F8AE-4A374E977268}"/>
          </ac:spMkLst>
        </pc:spChg>
      </pc:sldChg>
      <pc:sldChg chg="modSp new mod">
        <pc:chgData name="Lars Lundberg" userId="2df479a7-79f3-4063-8e5b-fb2f29919dbd" providerId="ADAL" clId="{ADFF0029-E823-43EF-89B8-89700DD40512}" dt="2025-03-05T15:10:16.346" v="2589" actId="5793"/>
        <pc:sldMkLst>
          <pc:docMk/>
          <pc:sldMk cId="3465357151" sldId="315"/>
        </pc:sldMkLst>
        <pc:spChg chg="mod">
          <ac:chgData name="Lars Lundberg" userId="2df479a7-79f3-4063-8e5b-fb2f29919dbd" providerId="ADAL" clId="{ADFF0029-E823-43EF-89B8-89700DD40512}" dt="2025-03-05T15:07:04.700" v="2322" actId="20577"/>
          <ac:spMkLst>
            <pc:docMk/>
            <pc:sldMk cId="3465357151" sldId="315"/>
            <ac:spMk id="2" creationId="{2B2F745E-F9F1-D03A-CB8A-1EBDB57272ED}"/>
          </ac:spMkLst>
        </pc:spChg>
        <pc:spChg chg="mod">
          <ac:chgData name="Lars Lundberg" userId="2df479a7-79f3-4063-8e5b-fb2f29919dbd" providerId="ADAL" clId="{ADFF0029-E823-43EF-89B8-89700DD40512}" dt="2025-03-05T15:10:16.346" v="2589" actId="5793"/>
          <ac:spMkLst>
            <pc:docMk/>
            <pc:sldMk cId="3465357151" sldId="315"/>
            <ac:spMk id="3" creationId="{6A518A09-7A9B-9457-F279-E18F0ED2182D}"/>
          </ac:spMkLst>
        </pc:spChg>
      </pc:sldChg>
      <pc:sldChg chg="modSp new mod">
        <pc:chgData name="Lars Lundberg" userId="2df479a7-79f3-4063-8e5b-fb2f29919dbd" providerId="ADAL" clId="{ADFF0029-E823-43EF-89B8-89700DD40512}" dt="2025-03-09T16:13:06.061" v="12111" actId="20577"/>
        <pc:sldMkLst>
          <pc:docMk/>
          <pc:sldMk cId="1300607543" sldId="316"/>
        </pc:sldMkLst>
        <pc:spChg chg="mod">
          <ac:chgData name="Lars Lundberg" userId="2df479a7-79f3-4063-8e5b-fb2f29919dbd" providerId="ADAL" clId="{ADFF0029-E823-43EF-89B8-89700DD40512}" dt="2025-03-05T15:25:05.064" v="2635" actId="20577"/>
          <ac:spMkLst>
            <pc:docMk/>
            <pc:sldMk cId="1300607543" sldId="316"/>
            <ac:spMk id="2" creationId="{BC54EEF4-982D-0B6C-2F63-936EBFF6EC68}"/>
          </ac:spMkLst>
        </pc:spChg>
        <pc:spChg chg="mod">
          <ac:chgData name="Lars Lundberg" userId="2df479a7-79f3-4063-8e5b-fb2f29919dbd" providerId="ADAL" clId="{ADFF0029-E823-43EF-89B8-89700DD40512}" dt="2025-03-09T16:13:06.061" v="12111" actId="20577"/>
          <ac:spMkLst>
            <pc:docMk/>
            <pc:sldMk cId="1300607543" sldId="316"/>
            <ac:spMk id="3" creationId="{4A55AF89-1920-A9F6-8B4F-1A088711FA2B}"/>
          </ac:spMkLst>
        </pc:spChg>
      </pc:sldChg>
      <pc:sldChg chg="delSp modSp add mod ord">
        <pc:chgData name="Lars Lundberg" userId="2df479a7-79f3-4063-8e5b-fb2f29919dbd" providerId="ADAL" clId="{ADFF0029-E823-43EF-89B8-89700DD40512}" dt="2025-03-06T07:32:33.500" v="3269" actId="478"/>
        <pc:sldMkLst>
          <pc:docMk/>
          <pc:sldMk cId="2779656917" sldId="317"/>
        </pc:sldMkLst>
      </pc:sldChg>
      <pc:sldChg chg="modSp add mod">
        <pc:chgData name="Lars Lundberg" userId="2df479a7-79f3-4063-8e5b-fb2f29919dbd" providerId="ADAL" clId="{ADFF0029-E823-43EF-89B8-89700DD40512}" dt="2025-03-06T07:31:47.386" v="3267" actId="20577"/>
        <pc:sldMkLst>
          <pc:docMk/>
          <pc:sldMk cId="3024194731" sldId="318"/>
        </pc:sldMkLst>
        <pc:spChg chg="mod">
          <ac:chgData name="Lars Lundberg" userId="2df479a7-79f3-4063-8e5b-fb2f29919dbd" providerId="ADAL" clId="{ADFF0029-E823-43EF-89B8-89700DD40512}" dt="2025-03-06T07:26:58.809" v="3204"/>
          <ac:spMkLst>
            <pc:docMk/>
            <pc:sldMk cId="3024194731" sldId="318"/>
            <ac:spMk id="2" creationId="{85650CC8-4EA7-CFE6-CFD4-7F745BE9DDAA}"/>
          </ac:spMkLst>
        </pc:spChg>
        <pc:spChg chg="mod">
          <ac:chgData name="Lars Lundberg" userId="2df479a7-79f3-4063-8e5b-fb2f29919dbd" providerId="ADAL" clId="{ADFF0029-E823-43EF-89B8-89700DD40512}" dt="2025-03-06T07:27:04.688" v="3205" actId="14100"/>
          <ac:spMkLst>
            <pc:docMk/>
            <pc:sldMk cId="3024194731" sldId="318"/>
            <ac:spMk id="3" creationId="{F500E143-369C-44D0-F45A-F01600EA2393}"/>
          </ac:spMkLst>
        </pc:spChg>
        <pc:spChg chg="mod">
          <ac:chgData name="Lars Lundberg" userId="2df479a7-79f3-4063-8e5b-fb2f29919dbd" providerId="ADAL" clId="{ADFF0029-E823-43EF-89B8-89700DD40512}" dt="2025-03-06T07:31:47.386" v="3267" actId="20577"/>
          <ac:spMkLst>
            <pc:docMk/>
            <pc:sldMk cId="3024194731" sldId="318"/>
            <ac:spMk id="5" creationId="{D0214F61-8F81-5861-CE11-5705F68C3951}"/>
          </ac:spMkLst>
        </pc:spChg>
        <pc:spChg chg="mod">
          <ac:chgData name="Lars Lundberg" userId="2df479a7-79f3-4063-8e5b-fb2f29919dbd" providerId="ADAL" clId="{ADFF0029-E823-43EF-89B8-89700DD40512}" dt="2025-03-06T07:28:23.179" v="3215" actId="20577"/>
          <ac:spMkLst>
            <pc:docMk/>
            <pc:sldMk cId="3024194731" sldId="318"/>
            <ac:spMk id="12" creationId="{C382D7C6-BD3C-0B92-6291-A73A92174AB1}"/>
          </ac:spMkLst>
        </pc:spChg>
        <pc:spChg chg="mod">
          <ac:chgData name="Lars Lundberg" userId="2df479a7-79f3-4063-8e5b-fb2f29919dbd" providerId="ADAL" clId="{ADFF0029-E823-43EF-89B8-89700DD40512}" dt="2025-03-06T07:27:37.846" v="3210" actId="20577"/>
          <ac:spMkLst>
            <pc:docMk/>
            <pc:sldMk cId="3024194731" sldId="318"/>
            <ac:spMk id="13" creationId="{32ABCE7C-AF5C-80FD-C8DD-7BA2561A9E49}"/>
          </ac:spMkLst>
        </pc:spChg>
        <pc:spChg chg="mod">
          <ac:chgData name="Lars Lundberg" userId="2df479a7-79f3-4063-8e5b-fb2f29919dbd" providerId="ADAL" clId="{ADFF0029-E823-43EF-89B8-89700DD40512}" dt="2025-03-06T07:31:14.185" v="3226" actId="20577"/>
          <ac:spMkLst>
            <pc:docMk/>
            <pc:sldMk cId="3024194731" sldId="318"/>
            <ac:spMk id="18" creationId="{EB6BCCFE-0312-04E0-924D-A613BD53D817}"/>
          </ac:spMkLst>
        </pc:spChg>
        <pc:spChg chg="mod">
          <ac:chgData name="Lars Lundberg" userId="2df479a7-79f3-4063-8e5b-fb2f29919dbd" providerId="ADAL" clId="{ADFF0029-E823-43EF-89B8-89700DD40512}" dt="2025-03-06T07:28:54.537" v="3221" actId="1076"/>
          <ac:spMkLst>
            <pc:docMk/>
            <pc:sldMk cId="3024194731" sldId="318"/>
            <ac:spMk id="20" creationId="{8DE6C502-517E-F24F-BB0D-79BFECE03E4E}"/>
          </ac:spMkLst>
        </pc:spChg>
        <pc:grpChg chg="mod">
          <ac:chgData name="Lars Lundberg" userId="2df479a7-79f3-4063-8e5b-fb2f29919dbd" providerId="ADAL" clId="{ADFF0029-E823-43EF-89B8-89700DD40512}" dt="2025-03-06T07:25:54.650" v="3193" actId="14100"/>
          <ac:grpSpMkLst>
            <pc:docMk/>
            <pc:sldMk cId="3024194731" sldId="318"/>
            <ac:grpSpMk id="4" creationId="{48624469-B466-55B9-792B-C069AB67DA29}"/>
          </ac:grpSpMkLst>
        </pc:grpChg>
        <pc:cxnChg chg="mod">
          <ac:chgData name="Lars Lundberg" userId="2df479a7-79f3-4063-8e5b-fb2f29919dbd" providerId="ADAL" clId="{ADFF0029-E823-43EF-89B8-89700DD40512}" dt="2025-03-06T07:27:04.688" v="3205" actId="14100"/>
          <ac:cxnSpMkLst>
            <pc:docMk/>
            <pc:sldMk cId="3024194731" sldId="318"/>
            <ac:cxnSpMk id="23" creationId="{2B1628D9-2997-45E1-52AA-F175149190CA}"/>
          </ac:cxnSpMkLst>
        </pc:cxnChg>
      </pc:sldChg>
      <pc:sldChg chg="modSp new mod">
        <pc:chgData name="Lars Lundberg" userId="2df479a7-79f3-4063-8e5b-fb2f29919dbd" providerId="ADAL" clId="{ADFF0029-E823-43EF-89B8-89700DD40512}" dt="2025-03-09T16:16:27.864" v="12214" actId="20577"/>
        <pc:sldMkLst>
          <pc:docMk/>
          <pc:sldMk cId="2765367650" sldId="319"/>
        </pc:sldMkLst>
        <pc:spChg chg="mod">
          <ac:chgData name="Lars Lundberg" userId="2df479a7-79f3-4063-8e5b-fb2f29919dbd" providerId="ADAL" clId="{ADFF0029-E823-43EF-89B8-89700DD40512}" dt="2025-03-06T08:03:51.733" v="3288" actId="20577"/>
          <ac:spMkLst>
            <pc:docMk/>
            <pc:sldMk cId="2765367650" sldId="319"/>
            <ac:spMk id="2" creationId="{D16AA9A4-F442-D9C6-7B8B-3D4340887BE9}"/>
          </ac:spMkLst>
        </pc:spChg>
        <pc:spChg chg="mod">
          <ac:chgData name="Lars Lundberg" userId="2df479a7-79f3-4063-8e5b-fb2f29919dbd" providerId="ADAL" clId="{ADFF0029-E823-43EF-89B8-89700DD40512}" dt="2025-03-09T16:16:27.864" v="12214" actId="20577"/>
          <ac:spMkLst>
            <pc:docMk/>
            <pc:sldMk cId="2765367650" sldId="319"/>
            <ac:spMk id="3" creationId="{D29B58CB-B2A5-B372-E035-BDC970DEA83E}"/>
          </ac:spMkLst>
        </pc:spChg>
      </pc:sldChg>
      <pc:sldChg chg="modSp add mod">
        <pc:chgData name="Lars Lundberg" userId="2df479a7-79f3-4063-8e5b-fb2f29919dbd" providerId="ADAL" clId="{ADFF0029-E823-43EF-89B8-89700DD40512}" dt="2025-03-07T07:51:54.395" v="4655" actId="20577"/>
        <pc:sldMkLst>
          <pc:docMk/>
          <pc:sldMk cId="4006039618" sldId="320"/>
        </pc:sldMkLst>
        <pc:spChg chg="mod">
          <ac:chgData name="Lars Lundberg" userId="2df479a7-79f3-4063-8e5b-fb2f29919dbd" providerId="ADAL" clId="{ADFF0029-E823-43EF-89B8-89700DD40512}" dt="2025-03-07T07:42:21.792" v="4290" actId="20577"/>
          <ac:spMkLst>
            <pc:docMk/>
            <pc:sldMk cId="4006039618" sldId="320"/>
            <ac:spMk id="2" creationId="{03293098-39DD-7AF0-5994-7ADA0CC96306}"/>
          </ac:spMkLst>
        </pc:spChg>
        <pc:spChg chg="mod">
          <ac:chgData name="Lars Lundberg" userId="2df479a7-79f3-4063-8e5b-fb2f29919dbd" providerId="ADAL" clId="{ADFF0029-E823-43EF-89B8-89700DD40512}" dt="2025-03-07T07:51:54.395" v="4655" actId="20577"/>
          <ac:spMkLst>
            <pc:docMk/>
            <pc:sldMk cId="4006039618" sldId="320"/>
            <ac:spMk id="3" creationId="{9CF9FC94-D49D-B40D-51EA-A0B4C439F168}"/>
          </ac:spMkLst>
        </pc:spChg>
      </pc:sldChg>
      <pc:sldChg chg="modSp add mod">
        <pc:chgData name="Lars Lundberg" userId="2df479a7-79f3-4063-8e5b-fb2f29919dbd" providerId="ADAL" clId="{ADFF0029-E823-43EF-89B8-89700DD40512}" dt="2025-03-07T07:59:27.482" v="5181" actId="27636"/>
        <pc:sldMkLst>
          <pc:docMk/>
          <pc:sldMk cId="751053681" sldId="321"/>
        </pc:sldMkLst>
        <pc:spChg chg="mod">
          <ac:chgData name="Lars Lundberg" userId="2df479a7-79f3-4063-8e5b-fb2f29919dbd" providerId="ADAL" clId="{ADFF0029-E823-43EF-89B8-89700DD40512}" dt="2025-03-07T07:43:21.702" v="4295" actId="20577"/>
          <ac:spMkLst>
            <pc:docMk/>
            <pc:sldMk cId="751053681" sldId="321"/>
            <ac:spMk id="2" creationId="{290059FB-2FCE-1649-6A0E-CD3494DD1707}"/>
          </ac:spMkLst>
        </pc:spChg>
        <pc:spChg chg="mod">
          <ac:chgData name="Lars Lundberg" userId="2df479a7-79f3-4063-8e5b-fb2f29919dbd" providerId="ADAL" clId="{ADFF0029-E823-43EF-89B8-89700DD40512}" dt="2025-03-07T07:59:27.482" v="5181" actId="27636"/>
          <ac:spMkLst>
            <pc:docMk/>
            <pc:sldMk cId="751053681" sldId="321"/>
            <ac:spMk id="3" creationId="{9AAD7779-4539-5756-C56D-A43CF393AA72}"/>
          </ac:spMkLst>
        </pc:spChg>
      </pc:sldChg>
      <pc:sldChg chg="modSp add mod">
        <pc:chgData name="Lars Lundberg" userId="2df479a7-79f3-4063-8e5b-fb2f29919dbd" providerId="ADAL" clId="{ADFF0029-E823-43EF-89B8-89700DD40512}" dt="2025-03-07T08:01:30.106" v="5214" actId="20577"/>
        <pc:sldMkLst>
          <pc:docMk/>
          <pc:sldMk cId="2709793601" sldId="322"/>
        </pc:sldMkLst>
        <pc:spChg chg="mod">
          <ac:chgData name="Lars Lundberg" userId="2df479a7-79f3-4063-8e5b-fb2f29919dbd" providerId="ADAL" clId="{ADFF0029-E823-43EF-89B8-89700DD40512}" dt="2025-03-07T08:00:19.051" v="5203" actId="20577"/>
          <ac:spMkLst>
            <pc:docMk/>
            <pc:sldMk cId="2709793601" sldId="322"/>
            <ac:spMk id="2" creationId="{EEC25B04-BE74-CBF1-4CDB-28418C85B8A8}"/>
          </ac:spMkLst>
        </pc:spChg>
        <pc:spChg chg="mod">
          <ac:chgData name="Lars Lundberg" userId="2df479a7-79f3-4063-8e5b-fb2f29919dbd" providerId="ADAL" clId="{ADFF0029-E823-43EF-89B8-89700DD40512}" dt="2025-03-07T08:01:30.106" v="5214" actId="20577"/>
          <ac:spMkLst>
            <pc:docMk/>
            <pc:sldMk cId="2709793601" sldId="322"/>
            <ac:spMk id="3" creationId="{0970ADE8-CDD7-812C-24D0-F9FD648F85A5}"/>
          </ac:spMkLst>
        </pc:spChg>
      </pc:sldChg>
      <pc:sldChg chg="addSp delSp modSp add mod">
        <pc:chgData name="Lars Lundberg" userId="2df479a7-79f3-4063-8e5b-fb2f29919dbd" providerId="ADAL" clId="{ADFF0029-E823-43EF-89B8-89700DD40512}" dt="2025-03-09T16:19:12.734" v="12219" actId="20577"/>
        <pc:sldMkLst>
          <pc:docMk/>
          <pc:sldMk cId="1916742851" sldId="323"/>
        </pc:sldMkLst>
        <pc:spChg chg="mod">
          <ac:chgData name="Lars Lundberg" userId="2df479a7-79f3-4063-8e5b-fb2f29919dbd" providerId="ADAL" clId="{ADFF0029-E823-43EF-89B8-89700DD40512}" dt="2025-03-07T08:10:07.082" v="5268" actId="20577"/>
          <ac:spMkLst>
            <pc:docMk/>
            <pc:sldMk cId="1916742851" sldId="323"/>
            <ac:spMk id="2" creationId="{7EF50A55-9DB8-8BC6-624A-707E91783750}"/>
          </ac:spMkLst>
        </pc:spChg>
        <pc:spChg chg="mod">
          <ac:chgData name="Lars Lundberg" userId="2df479a7-79f3-4063-8e5b-fb2f29919dbd" providerId="ADAL" clId="{ADFF0029-E823-43EF-89B8-89700DD40512}" dt="2025-03-07T08:32:37.284" v="5826" actId="947"/>
          <ac:spMkLst>
            <pc:docMk/>
            <pc:sldMk cId="1916742851" sldId="323"/>
            <ac:spMk id="7" creationId="{E73F733F-014F-C14A-C999-1A30BE4ACB5F}"/>
          </ac:spMkLst>
        </pc:spChg>
        <pc:spChg chg="mod">
          <ac:chgData name="Lars Lundberg" userId="2df479a7-79f3-4063-8e5b-fb2f29919dbd" providerId="ADAL" clId="{ADFF0029-E823-43EF-89B8-89700DD40512}" dt="2025-03-07T08:10:35.109" v="5269"/>
          <ac:spMkLst>
            <pc:docMk/>
            <pc:sldMk cId="1916742851" sldId="323"/>
            <ac:spMk id="8" creationId="{EC46C57A-6D76-CDC4-316D-17A87297FAF2}"/>
          </ac:spMkLst>
        </pc:spChg>
        <pc:spChg chg="mod">
          <ac:chgData name="Lars Lundberg" userId="2df479a7-79f3-4063-8e5b-fb2f29919dbd" providerId="ADAL" clId="{ADFF0029-E823-43EF-89B8-89700DD40512}" dt="2025-03-07T08:36:41.679" v="5840"/>
          <ac:spMkLst>
            <pc:docMk/>
            <pc:sldMk cId="1916742851" sldId="323"/>
            <ac:spMk id="10" creationId="{23C9F1CC-D839-30C2-5518-67EC4862A441}"/>
          </ac:spMkLst>
        </pc:spChg>
        <pc:spChg chg="mod">
          <ac:chgData name="Lars Lundberg" userId="2df479a7-79f3-4063-8e5b-fb2f29919dbd" providerId="ADAL" clId="{ADFF0029-E823-43EF-89B8-89700DD40512}" dt="2025-03-07T08:12:35.708" v="5281"/>
          <ac:spMkLst>
            <pc:docMk/>
            <pc:sldMk cId="1916742851" sldId="323"/>
            <ac:spMk id="11" creationId="{D777E778-BF00-76BE-BC3C-95118A699C1E}"/>
          </ac:spMkLst>
        </pc:spChg>
        <pc:spChg chg="mod">
          <ac:chgData name="Lars Lundberg" userId="2df479a7-79f3-4063-8e5b-fb2f29919dbd" providerId="ADAL" clId="{ADFF0029-E823-43EF-89B8-89700DD40512}" dt="2025-03-07T08:33:36.019" v="5832" actId="947"/>
          <ac:spMkLst>
            <pc:docMk/>
            <pc:sldMk cId="1916742851" sldId="323"/>
            <ac:spMk id="13" creationId="{EB54D33B-51ED-9145-CAD7-D68294B28F4C}"/>
          </ac:spMkLst>
        </pc:spChg>
        <pc:spChg chg="mod">
          <ac:chgData name="Lars Lundberg" userId="2df479a7-79f3-4063-8e5b-fb2f29919dbd" providerId="ADAL" clId="{ADFF0029-E823-43EF-89B8-89700DD40512}" dt="2025-03-07T08:26:35.023" v="5751"/>
          <ac:spMkLst>
            <pc:docMk/>
            <pc:sldMk cId="1916742851" sldId="323"/>
            <ac:spMk id="14" creationId="{433F42E9-B5F6-D911-4AFC-2638DE3DDF6B}"/>
          </ac:spMkLst>
        </pc:spChg>
        <pc:spChg chg="mod topLvl">
          <ac:chgData name="Lars Lundberg" userId="2df479a7-79f3-4063-8e5b-fb2f29919dbd" providerId="ADAL" clId="{ADFF0029-E823-43EF-89B8-89700DD40512}" dt="2025-03-07T08:28:39.767" v="5786" actId="1076"/>
          <ac:spMkLst>
            <pc:docMk/>
            <pc:sldMk cId="1916742851" sldId="323"/>
            <ac:spMk id="17" creationId="{8EAAA1B3-6F8F-0C74-D838-8D97A5C456DF}"/>
          </ac:spMkLst>
        </pc:spChg>
        <pc:spChg chg="add mod">
          <ac:chgData name="Lars Lundberg" userId="2df479a7-79f3-4063-8e5b-fb2f29919dbd" providerId="ADAL" clId="{ADFF0029-E823-43EF-89B8-89700DD40512}" dt="2025-03-07T08:32:11.106" v="5824" actId="12788"/>
          <ac:spMkLst>
            <pc:docMk/>
            <pc:sldMk cId="1916742851" sldId="323"/>
            <ac:spMk id="18" creationId="{3FD2F884-9AC2-BA75-E380-A1272D164B25}"/>
          </ac:spMkLst>
        </pc:spChg>
        <pc:spChg chg="add mod">
          <ac:chgData name="Lars Lundberg" userId="2df479a7-79f3-4063-8e5b-fb2f29919dbd" providerId="ADAL" clId="{ADFF0029-E823-43EF-89B8-89700DD40512}" dt="2025-03-07T08:32:11.106" v="5824" actId="12788"/>
          <ac:spMkLst>
            <pc:docMk/>
            <pc:sldMk cId="1916742851" sldId="323"/>
            <ac:spMk id="22" creationId="{62A61D95-193B-4C66-F53B-C1D53687917B}"/>
          </ac:spMkLst>
        </pc:spChg>
        <pc:spChg chg="add mod">
          <ac:chgData name="Lars Lundberg" userId="2df479a7-79f3-4063-8e5b-fb2f29919dbd" providerId="ADAL" clId="{ADFF0029-E823-43EF-89B8-89700DD40512}" dt="2025-03-07T08:32:11.106" v="5824" actId="12788"/>
          <ac:spMkLst>
            <pc:docMk/>
            <pc:sldMk cId="1916742851" sldId="323"/>
            <ac:spMk id="23" creationId="{ACBB73C1-601F-D341-047B-E8E5634D40B1}"/>
          </ac:spMkLst>
        </pc:spChg>
        <pc:spChg chg="add mod">
          <ac:chgData name="Lars Lundberg" userId="2df479a7-79f3-4063-8e5b-fb2f29919dbd" providerId="ADAL" clId="{ADFF0029-E823-43EF-89B8-89700DD40512}" dt="2025-03-07T08:32:11.106" v="5824" actId="12788"/>
          <ac:spMkLst>
            <pc:docMk/>
            <pc:sldMk cId="1916742851" sldId="323"/>
            <ac:spMk id="24" creationId="{8D69151E-4057-7613-74CE-1937236D3FAB}"/>
          </ac:spMkLst>
        </pc:spChg>
        <pc:spChg chg="add mod">
          <ac:chgData name="Lars Lundberg" userId="2df479a7-79f3-4063-8e5b-fb2f29919dbd" providerId="ADAL" clId="{ADFF0029-E823-43EF-89B8-89700DD40512}" dt="2025-03-07T08:32:11.106" v="5824" actId="12788"/>
          <ac:spMkLst>
            <pc:docMk/>
            <pc:sldMk cId="1916742851" sldId="323"/>
            <ac:spMk id="25" creationId="{1639E54D-C3CF-8DF9-C497-8F122D3EC438}"/>
          </ac:spMkLst>
        </pc:spChg>
        <pc:spChg chg="add mod">
          <ac:chgData name="Lars Lundberg" userId="2df479a7-79f3-4063-8e5b-fb2f29919dbd" providerId="ADAL" clId="{ADFF0029-E823-43EF-89B8-89700DD40512}" dt="2025-03-07T08:32:11.106" v="5824" actId="12788"/>
          <ac:spMkLst>
            <pc:docMk/>
            <pc:sldMk cId="1916742851" sldId="323"/>
            <ac:spMk id="26" creationId="{BD90371E-E30D-18D3-B5E5-7C0640E39FC7}"/>
          </ac:spMkLst>
        </pc:spChg>
        <pc:spChg chg="add mod">
          <ac:chgData name="Lars Lundberg" userId="2df479a7-79f3-4063-8e5b-fb2f29919dbd" providerId="ADAL" clId="{ADFF0029-E823-43EF-89B8-89700DD40512}" dt="2025-03-07T08:32:11.106" v="5824" actId="12788"/>
          <ac:spMkLst>
            <pc:docMk/>
            <pc:sldMk cId="1916742851" sldId="323"/>
            <ac:spMk id="27" creationId="{86426F6B-D988-8209-27CD-B92C8A1377DE}"/>
          </ac:spMkLst>
        </pc:spChg>
        <pc:spChg chg="add mod">
          <ac:chgData name="Lars Lundberg" userId="2df479a7-79f3-4063-8e5b-fb2f29919dbd" providerId="ADAL" clId="{ADFF0029-E823-43EF-89B8-89700DD40512}" dt="2025-03-07T08:32:11.106" v="5824" actId="12788"/>
          <ac:spMkLst>
            <pc:docMk/>
            <pc:sldMk cId="1916742851" sldId="323"/>
            <ac:spMk id="28" creationId="{7725BA75-A680-2BF0-86EB-323F0EFA7EBF}"/>
          </ac:spMkLst>
        </pc:spChg>
        <pc:spChg chg="add mod">
          <ac:chgData name="Lars Lundberg" userId="2df479a7-79f3-4063-8e5b-fb2f29919dbd" providerId="ADAL" clId="{ADFF0029-E823-43EF-89B8-89700DD40512}" dt="2025-03-07T08:32:11.106" v="5824" actId="12788"/>
          <ac:spMkLst>
            <pc:docMk/>
            <pc:sldMk cId="1916742851" sldId="323"/>
            <ac:spMk id="29" creationId="{26439EF2-13AB-1F7D-B8C6-637AFCCB30CB}"/>
          </ac:spMkLst>
        </pc:spChg>
        <pc:spChg chg="add mod">
          <ac:chgData name="Lars Lundberg" userId="2df479a7-79f3-4063-8e5b-fb2f29919dbd" providerId="ADAL" clId="{ADFF0029-E823-43EF-89B8-89700DD40512}" dt="2025-03-07T08:35:04.836" v="5837"/>
          <ac:spMkLst>
            <pc:docMk/>
            <pc:sldMk cId="1916742851" sldId="323"/>
            <ac:spMk id="33" creationId="{7A1B7F26-9424-6FD5-1298-67D675DC646B}"/>
          </ac:spMkLst>
        </pc:spChg>
        <pc:spChg chg="add mod">
          <ac:chgData name="Lars Lundberg" userId="2df479a7-79f3-4063-8e5b-fb2f29919dbd" providerId="ADAL" clId="{ADFF0029-E823-43EF-89B8-89700DD40512}" dt="2025-03-07T08:36:20.830" v="5839"/>
          <ac:spMkLst>
            <pc:docMk/>
            <pc:sldMk cId="1916742851" sldId="323"/>
            <ac:spMk id="34" creationId="{335A7EF3-0F82-592E-96C9-AB789325D214}"/>
          </ac:spMkLst>
        </pc:spChg>
        <pc:spChg chg="add mod">
          <ac:chgData name="Lars Lundberg" userId="2df479a7-79f3-4063-8e5b-fb2f29919dbd" providerId="ADAL" clId="{ADFF0029-E823-43EF-89B8-89700DD40512}" dt="2025-03-07T08:37:35.946" v="5850" actId="1076"/>
          <ac:spMkLst>
            <pc:docMk/>
            <pc:sldMk cId="1916742851" sldId="323"/>
            <ac:spMk id="35" creationId="{6823FB5D-DB00-4344-8D21-1055C3CB06B2}"/>
          </ac:spMkLst>
        </pc:spChg>
        <pc:spChg chg="add mod">
          <ac:chgData name="Lars Lundberg" userId="2df479a7-79f3-4063-8e5b-fb2f29919dbd" providerId="ADAL" clId="{ADFF0029-E823-43EF-89B8-89700DD40512}" dt="2025-03-07T08:37:57.730" v="5854" actId="20577"/>
          <ac:spMkLst>
            <pc:docMk/>
            <pc:sldMk cId="1916742851" sldId="323"/>
            <ac:spMk id="36" creationId="{5C0E5072-ED39-6D07-78C9-95C966FA733A}"/>
          </ac:spMkLst>
        </pc:spChg>
        <pc:spChg chg="add mod">
          <ac:chgData name="Lars Lundberg" userId="2df479a7-79f3-4063-8e5b-fb2f29919dbd" providerId="ADAL" clId="{ADFF0029-E823-43EF-89B8-89700DD40512}" dt="2025-03-07T08:38:14.748" v="5857" actId="20577"/>
          <ac:spMkLst>
            <pc:docMk/>
            <pc:sldMk cId="1916742851" sldId="323"/>
            <ac:spMk id="37" creationId="{0E0E5EE8-8735-171C-9CA1-6636BE63776F}"/>
          </ac:spMkLst>
        </pc:spChg>
        <pc:spChg chg="add mod">
          <ac:chgData name="Lars Lundberg" userId="2df479a7-79f3-4063-8e5b-fb2f29919dbd" providerId="ADAL" clId="{ADFF0029-E823-43EF-89B8-89700DD40512}" dt="2025-03-07T08:38:33.370" v="5860" actId="20577"/>
          <ac:spMkLst>
            <pc:docMk/>
            <pc:sldMk cId="1916742851" sldId="323"/>
            <ac:spMk id="38" creationId="{C783D837-ECB7-68C5-EE6A-09899B0AF45A}"/>
          </ac:spMkLst>
        </pc:spChg>
        <pc:spChg chg="add mod">
          <ac:chgData name="Lars Lundberg" userId="2df479a7-79f3-4063-8e5b-fb2f29919dbd" providerId="ADAL" clId="{ADFF0029-E823-43EF-89B8-89700DD40512}" dt="2025-03-09T16:19:12.734" v="12219" actId="20577"/>
          <ac:spMkLst>
            <pc:docMk/>
            <pc:sldMk cId="1916742851" sldId="323"/>
            <ac:spMk id="39" creationId="{C2E068D4-26C7-F5E6-A533-F54CC27E1A20}"/>
          </ac:spMkLst>
        </pc:spChg>
        <pc:grpChg chg="add mod">
          <ac:chgData name="Lars Lundberg" userId="2df479a7-79f3-4063-8e5b-fb2f29919dbd" providerId="ADAL" clId="{ADFF0029-E823-43EF-89B8-89700DD40512}" dt="2025-03-07T08:29:00.034" v="5788" actId="1076"/>
          <ac:grpSpMkLst>
            <pc:docMk/>
            <pc:sldMk cId="1916742851" sldId="323"/>
            <ac:grpSpMk id="6" creationId="{418BFD3B-51B1-D4E6-7D70-B74460EF913F}"/>
          </ac:grpSpMkLst>
        </pc:grpChg>
        <pc:grpChg chg="add mod">
          <ac:chgData name="Lars Lundberg" userId="2df479a7-79f3-4063-8e5b-fb2f29919dbd" providerId="ADAL" clId="{ADFF0029-E823-43EF-89B8-89700DD40512}" dt="2025-03-07T08:26:08.039" v="5750" actId="14100"/>
          <ac:grpSpMkLst>
            <pc:docMk/>
            <pc:sldMk cId="1916742851" sldId="323"/>
            <ac:grpSpMk id="9" creationId="{2702BDD7-B788-1B4F-3CB4-9A6B5495AA00}"/>
          </ac:grpSpMkLst>
        </pc:grpChg>
        <pc:grpChg chg="add mod">
          <ac:chgData name="Lars Lundberg" userId="2df479a7-79f3-4063-8e5b-fb2f29919dbd" providerId="ADAL" clId="{ADFF0029-E823-43EF-89B8-89700DD40512}" dt="2025-03-07T08:28:50.141" v="5787" actId="1076"/>
          <ac:grpSpMkLst>
            <pc:docMk/>
            <pc:sldMk cId="1916742851" sldId="323"/>
            <ac:grpSpMk id="12" creationId="{970D4A75-D422-90EC-492A-EDB25E6D1031}"/>
          </ac:grpSpMkLst>
        </pc:grpChg>
        <pc:cxnChg chg="add">
          <ac:chgData name="Lars Lundberg" userId="2df479a7-79f3-4063-8e5b-fb2f29919dbd" providerId="ADAL" clId="{ADFF0029-E823-43EF-89B8-89700DD40512}" dt="2025-03-07T08:33:47.303" v="5833" actId="11529"/>
          <ac:cxnSpMkLst>
            <pc:docMk/>
            <pc:sldMk cId="1916742851" sldId="323"/>
            <ac:cxnSpMk id="31" creationId="{EE54C843-C467-A050-C367-8C81F8997F07}"/>
          </ac:cxnSpMkLst>
        </pc:cxnChg>
        <pc:cxnChg chg="add mod">
          <ac:chgData name="Lars Lundberg" userId="2df479a7-79f3-4063-8e5b-fb2f29919dbd" providerId="ADAL" clId="{ADFF0029-E823-43EF-89B8-89700DD40512}" dt="2025-03-07T08:34:01.903" v="5835" actId="1076"/>
          <ac:cxnSpMkLst>
            <pc:docMk/>
            <pc:sldMk cId="1916742851" sldId="323"/>
            <ac:cxnSpMk id="32" creationId="{08988999-9D36-705C-7439-578A5DB28665}"/>
          </ac:cxnSpMkLst>
        </pc:cxnChg>
      </pc:sldChg>
      <pc:sldChg chg="modSp add mod">
        <pc:chgData name="Lars Lundberg" userId="2df479a7-79f3-4063-8e5b-fb2f29919dbd" providerId="ADAL" clId="{ADFF0029-E823-43EF-89B8-89700DD40512}" dt="2025-03-09T16:11:30.924" v="12109" actId="114"/>
        <pc:sldMkLst>
          <pc:docMk/>
          <pc:sldMk cId="2440471795" sldId="324"/>
        </pc:sldMkLst>
        <pc:spChg chg="mod">
          <ac:chgData name="Lars Lundberg" userId="2df479a7-79f3-4063-8e5b-fb2f29919dbd" providerId="ADAL" clId="{ADFF0029-E823-43EF-89B8-89700DD40512}" dt="2025-03-07T08:14:01.012" v="5301" actId="20577"/>
          <ac:spMkLst>
            <pc:docMk/>
            <pc:sldMk cId="2440471795" sldId="324"/>
            <ac:spMk id="2" creationId="{08EFC994-F203-C455-CC1F-FF054E2037FB}"/>
          </ac:spMkLst>
        </pc:spChg>
        <pc:spChg chg="mod">
          <ac:chgData name="Lars Lundberg" userId="2df479a7-79f3-4063-8e5b-fb2f29919dbd" providerId="ADAL" clId="{ADFF0029-E823-43EF-89B8-89700DD40512}" dt="2025-03-09T16:11:30.924" v="12109" actId="114"/>
          <ac:spMkLst>
            <pc:docMk/>
            <pc:sldMk cId="2440471795" sldId="324"/>
            <ac:spMk id="3" creationId="{D12060E0-D6BC-B8E3-42AF-FDB02E178B31}"/>
          </ac:spMkLst>
        </pc:spChg>
      </pc:sldChg>
      <pc:sldChg chg="modSp new mod">
        <pc:chgData name="Lars Lundberg" userId="2df479a7-79f3-4063-8e5b-fb2f29919dbd" providerId="ADAL" clId="{ADFF0029-E823-43EF-89B8-89700DD40512}" dt="2025-03-07T09:39:55.027" v="6941" actId="20577"/>
        <pc:sldMkLst>
          <pc:docMk/>
          <pc:sldMk cId="750051846" sldId="325"/>
        </pc:sldMkLst>
        <pc:spChg chg="mod">
          <ac:chgData name="Lars Lundberg" userId="2df479a7-79f3-4063-8e5b-fb2f29919dbd" providerId="ADAL" clId="{ADFF0029-E823-43EF-89B8-89700DD40512}" dt="2025-03-07T09:32:18.356" v="6415" actId="20577"/>
          <ac:spMkLst>
            <pc:docMk/>
            <pc:sldMk cId="750051846" sldId="325"/>
            <ac:spMk id="2" creationId="{39F30A15-1B65-5C32-E45C-E7EF9AAE5A45}"/>
          </ac:spMkLst>
        </pc:spChg>
        <pc:spChg chg="mod">
          <ac:chgData name="Lars Lundberg" userId="2df479a7-79f3-4063-8e5b-fb2f29919dbd" providerId="ADAL" clId="{ADFF0029-E823-43EF-89B8-89700DD40512}" dt="2025-03-07T09:39:55.027" v="6941" actId="20577"/>
          <ac:spMkLst>
            <pc:docMk/>
            <pc:sldMk cId="750051846" sldId="325"/>
            <ac:spMk id="3" creationId="{51B88272-D46E-89E4-EB94-D9784FE877EC}"/>
          </ac:spMkLst>
        </pc:spChg>
      </pc:sldChg>
      <pc:sldChg chg="modSp add mod">
        <pc:chgData name="Lars Lundberg" userId="2df479a7-79f3-4063-8e5b-fb2f29919dbd" providerId="ADAL" clId="{ADFF0029-E823-43EF-89B8-89700DD40512}" dt="2025-03-07T14:21:42.586" v="7786" actId="20577"/>
        <pc:sldMkLst>
          <pc:docMk/>
          <pc:sldMk cId="503052209" sldId="326"/>
        </pc:sldMkLst>
        <pc:spChg chg="mod">
          <ac:chgData name="Lars Lundberg" userId="2df479a7-79f3-4063-8e5b-fb2f29919dbd" providerId="ADAL" clId="{ADFF0029-E823-43EF-89B8-89700DD40512}" dt="2025-03-07T09:42:20.196" v="6960" actId="20577"/>
          <ac:spMkLst>
            <pc:docMk/>
            <pc:sldMk cId="503052209" sldId="326"/>
            <ac:spMk id="2" creationId="{7C8FF170-DFE6-702A-13F5-DB4CAFC5A42C}"/>
          </ac:spMkLst>
        </pc:spChg>
        <pc:spChg chg="mod">
          <ac:chgData name="Lars Lundberg" userId="2df479a7-79f3-4063-8e5b-fb2f29919dbd" providerId="ADAL" clId="{ADFF0029-E823-43EF-89B8-89700DD40512}" dt="2025-03-07T14:21:42.586" v="7786" actId="20577"/>
          <ac:spMkLst>
            <pc:docMk/>
            <pc:sldMk cId="503052209" sldId="326"/>
            <ac:spMk id="3" creationId="{1E6B28F8-8082-0165-77BD-01384EDBC6CD}"/>
          </ac:spMkLst>
        </pc:spChg>
      </pc:sldChg>
      <pc:sldChg chg="modSp add mod">
        <pc:chgData name="Lars Lundberg" userId="2df479a7-79f3-4063-8e5b-fb2f29919dbd" providerId="ADAL" clId="{ADFF0029-E823-43EF-89B8-89700DD40512}" dt="2025-03-08T13:34:46.388" v="8082" actId="20577"/>
        <pc:sldMkLst>
          <pc:docMk/>
          <pc:sldMk cId="3823988433" sldId="327"/>
        </pc:sldMkLst>
        <pc:spChg chg="mod">
          <ac:chgData name="Lars Lundberg" userId="2df479a7-79f3-4063-8e5b-fb2f29919dbd" providerId="ADAL" clId="{ADFF0029-E823-43EF-89B8-89700DD40512}" dt="2025-03-07T14:14:01.446" v="7472" actId="20577"/>
          <ac:spMkLst>
            <pc:docMk/>
            <pc:sldMk cId="3823988433" sldId="327"/>
            <ac:spMk id="2" creationId="{EDDF0A98-1966-4444-EDD1-646A3B239B01}"/>
          </ac:spMkLst>
        </pc:spChg>
        <pc:spChg chg="mod">
          <ac:chgData name="Lars Lundberg" userId="2df479a7-79f3-4063-8e5b-fb2f29919dbd" providerId="ADAL" clId="{ADFF0029-E823-43EF-89B8-89700DD40512}" dt="2025-03-08T13:34:46.388" v="8082" actId="20577"/>
          <ac:spMkLst>
            <pc:docMk/>
            <pc:sldMk cId="3823988433" sldId="327"/>
            <ac:spMk id="3" creationId="{5B45078B-FE78-C782-2839-A27D727865F8}"/>
          </ac:spMkLst>
        </pc:spChg>
      </pc:sldChg>
      <pc:sldChg chg="modSp add mod">
        <pc:chgData name="Lars Lundberg" userId="2df479a7-79f3-4063-8e5b-fb2f29919dbd" providerId="ADAL" clId="{ADFF0029-E823-43EF-89B8-89700DD40512}" dt="2025-03-08T13:51:52.755" v="8744" actId="114"/>
        <pc:sldMkLst>
          <pc:docMk/>
          <pc:sldMk cId="2739155825" sldId="328"/>
        </pc:sldMkLst>
        <pc:spChg chg="mod">
          <ac:chgData name="Lars Lundberg" userId="2df479a7-79f3-4063-8e5b-fb2f29919dbd" providerId="ADAL" clId="{ADFF0029-E823-43EF-89B8-89700DD40512}" dt="2025-03-08T13:35:53.618" v="8103" actId="20577"/>
          <ac:spMkLst>
            <pc:docMk/>
            <pc:sldMk cId="2739155825" sldId="328"/>
            <ac:spMk id="2" creationId="{04DCE938-349C-1D9E-935F-2A447353FB85}"/>
          </ac:spMkLst>
        </pc:spChg>
        <pc:spChg chg="mod">
          <ac:chgData name="Lars Lundberg" userId="2df479a7-79f3-4063-8e5b-fb2f29919dbd" providerId="ADAL" clId="{ADFF0029-E823-43EF-89B8-89700DD40512}" dt="2025-03-08T13:51:52.755" v="8744" actId="114"/>
          <ac:spMkLst>
            <pc:docMk/>
            <pc:sldMk cId="2739155825" sldId="328"/>
            <ac:spMk id="3" creationId="{3DA2C498-A7E4-347C-D6CB-084E8D99F89B}"/>
          </ac:spMkLst>
        </pc:spChg>
      </pc:sldChg>
      <pc:sldChg chg="addSp delSp modSp add mod ord">
        <pc:chgData name="Lars Lundberg" userId="2df479a7-79f3-4063-8e5b-fb2f29919dbd" providerId="ADAL" clId="{ADFF0029-E823-43EF-89B8-89700DD40512}" dt="2025-03-08T16:34:43.105" v="9974" actId="20577"/>
        <pc:sldMkLst>
          <pc:docMk/>
          <pc:sldMk cId="1993399480" sldId="329"/>
        </pc:sldMkLst>
        <pc:spChg chg="mod">
          <ac:chgData name="Lars Lundberg" userId="2df479a7-79f3-4063-8e5b-fb2f29919dbd" providerId="ADAL" clId="{ADFF0029-E823-43EF-89B8-89700DD40512}" dt="2025-03-08T13:53:57.562" v="8786" actId="1076"/>
          <ac:spMkLst>
            <pc:docMk/>
            <pc:sldMk cId="1993399480" sldId="329"/>
            <ac:spMk id="2" creationId="{D3232FBB-BD65-6408-4A9D-D9443CA503D4}"/>
          </ac:spMkLst>
        </pc:spChg>
        <pc:spChg chg="mod">
          <ac:chgData name="Lars Lundberg" userId="2df479a7-79f3-4063-8e5b-fb2f29919dbd" providerId="ADAL" clId="{ADFF0029-E823-43EF-89B8-89700DD40512}" dt="2025-03-08T15:05:41.898" v="8834" actId="20577"/>
          <ac:spMkLst>
            <pc:docMk/>
            <pc:sldMk cId="1993399480" sldId="329"/>
            <ac:spMk id="4" creationId="{5B727615-A5C6-142E-BC1D-C4DB17074A29}"/>
          </ac:spMkLst>
        </pc:spChg>
        <pc:spChg chg="mod">
          <ac:chgData name="Lars Lundberg" userId="2df479a7-79f3-4063-8e5b-fb2f29919dbd" providerId="ADAL" clId="{ADFF0029-E823-43EF-89B8-89700DD40512}" dt="2025-03-08T15:02:44.046" v="8809"/>
          <ac:spMkLst>
            <pc:docMk/>
            <pc:sldMk cId="1993399480" sldId="329"/>
            <ac:spMk id="5" creationId="{591006DD-24C5-56FC-D472-951FB4870CDB}"/>
          </ac:spMkLst>
        </pc:spChg>
        <pc:spChg chg="mod">
          <ac:chgData name="Lars Lundberg" userId="2df479a7-79f3-4063-8e5b-fb2f29919dbd" providerId="ADAL" clId="{ADFF0029-E823-43EF-89B8-89700DD40512}" dt="2025-03-08T15:02:24.115" v="8807" actId="1076"/>
          <ac:spMkLst>
            <pc:docMk/>
            <pc:sldMk cId="1993399480" sldId="329"/>
            <ac:spMk id="13" creationId="{2C51EDBD-D3A7-D964-8747-00E9366A7454}"/>
          </ac:spMkLst>
        </pc:spChg>
        <pc:spChg chg="mod">
          <ac:chgData name="Lars Lundberg" userId="2df479a7-79f3-4063-8e5b-fb2f29919dbd" providerId="ADAL" clId="{ADFF0029-E823-43EF-89B8-89700DD40512}" dt="2025-03-08T15:05:56.076" v="8840" actId="20577"/>
          <ac:spMkLst>
            <pc:docMk/>
            <pc:sldMk cId="1993399480" sldId="329"/>
            <ac:spMk id="16" creationId="{505565F4-438C-E0D5-ECD9-A3353B470938}"/>
          </ac:spMkLst>
        </pc:spChg>
        <pc:spChg chg="mod">
          <ac:chgData name="Lars Lundberg" userId="2df479a7-79f3-4063-8e5b-fb2f29919dbd" providerId="ADAL" clId="{ADFF0029-E823-43EF-89B8-89700DD40512}" dt="2025-03-08T15:04:05.124" v="8820" actId="14100"/>
          <ac:spMkLst>
            <pc:docMk/>
            <pc:sldMk cId="1993399480" sldId="329"/>
            <ac:spMk id="19" creationId="{7C2F71BD-BFDB-A982-C4DB-3A663BB7B061}"/>
          </ac:spMkLst>
        </pc:spChg>
        <pc:spChg chg="mod">
          <ac:chgData name="Lars Lundberg" userId="2df479a7-79f3-4063-8e5b-fb2f29919dbd" providerId="ADAL" clId="{ADFF0029-E823-43EF-89B8-89700DD40512}" dt="2025-03-08T15:06:11.716" v="8842" actId="20577"/>
          <ac:spMkLst>
            <pc:docMk/>
            <pc:sldMk cId="1993399480" sldId="329"/>
            <ac:spMk id="21" creationId="{B1640153-52EF-09ED-A870-1A386C57799F}"/>
          </ac:spMkLst>
        </pc:spChg>
        <pc:spChg chg="mod">
          <ac:chgData name="Lars Lundberg" userId="2df479a7-79f3-4063-8e5b-fb2f29919dbd" providerId="ADAL" clId="{ADFF0029-E823-43EF-89B8-89700DD40512}" dt="2025-03-08T15:04:17.645" v="8821"/>
          <ac:spMkLst>
            <pc:docMk/>
            <pc:sldMk cId="1993399480" sldId="329"/>
            <ac:spMk id="30" creationId="{B032466A-F0FE-3319-F645-393203AA54DE}"/>
          </ac:spMkLst>
        </pc:spChg>
        <pc:spChg chg="mod">
          <ac:chgData name="Lars Lundberg" userId="2df479a7-79f3-4063-8e5b-fb2f29919dbd" providerId="ADAL" clId="{ADFF0029-E823-43EF-89B8-89700DD40512}" dt="2025-03-08T15:06:41.172" v="8843" actId="1076"/>
          <ac:spMkLst>
            <pc:docMk/>
            <pc:sldMk cId="1993399480" sldId="329"/>
            <ac:spMk id="35" creationId="{DAF0FAD3-AD8B-9153-5091-289C4B37A14D}"/>
          </ac:spMkLst>
        </pc:spChg>
        <pc:spChg chg="mod">
          <ac:chgData name="Lars Lundberg" userId="2df479a7-79f3-4063-8e5b-fb2f29919dbd" providerId="ADAL" clId="{ADFF0029-E823-43EF-89B8-89700DD40512}" dt="2025-03-08T15:06:47.131" v="8844" actId="1076"/>
          <ac:spMkLst>
            <pc:docMk/>
            <pc:sldMk cId="1993399480" sldId="329"/>
            <ac:spMk id="36" creationId="{6A1CA385-448B-1631-1656-2A0781540089}"/>
          </ac:spMkLst>
        </pc:spChg>
        <pc:spChg chg="mod">
          <ac:chgData name="Lars Lundberg" userId="2df479a7-79f3-4063-8e5b-fb2f29919dbd" providerId="ADAL" clId="{ADFF0029-E823-43EF-89B8-89700DD40512}" dt="2025-03-08T15:07:06.451" v="8846" actId="1076"/>
          <ac:spMkLst>
            <pc:docMk/>
            <pc:sldMk cId="1993399480" sldId="329"/>
            <ac:spMk id="37" creationId="{C8DB0547-ADD9-FCF9-9586-9AB194319B58}"/>
          </ac:spMkLst>
        </pc:spChg>
        <pc:spChg chg="mod">
          <ac:chgData name="Lars Lundberg" userId="2df479a7-79f3-4063-8e5b-fb2f29919dbd" providerId="ADAL" clId="{ADFF0029-E823-43EF-89B8-89700DD40512}" dt="2025-03-08T15:07:15.508" v="8848" actId="1076"/>
          <ac:spMkLst>
            <pc:docMk/>
            <pc:sldMk cId="1993399480" sldId="329"/>
            <ac:spMk id="38" creationId="{3F608308-0290-DA86-0303-2B5A0A15D067}"/>
          </ac:spMkLst>
        </pc:spChg>
        <pc:spChg chg="add mod">
          <ac:chgData name="Lars Lundberg" userId="2df479a7-79f3-4063-8e5b-fb2f29919dbd" providerId="ADAL" clId="{ADFF0029-E823-43EF-89B8-89700DD40512}" dt="2025-03-08T15:13:06.897" v="8898"/>
          <ac:spMkLst>
            <pc:docMk/>
            <pc:sldMk cId="1993399480" sldId="329"/>
            <ac:spMk id="53" creationId="{D5607EE0-1F79-CAD6-4430-CE3943555CFB}"/>
          </ac:spMkLst>
        </pc:spChg>
        <pc:spChg chg="add mod">
          <ac:chgData name="Lars Lundberg" userId="2df479a7-79f3-4063-8e5b-fb2f29919dbd" providerId="ADAL" clId="{ADFF0029-E823-43EF-89B8-89700DD40512}" dt="2025-03-08T15:14:07.385" v="8908" actId="20577"/>
          <ac:spMkLst>
            <pc:docMk/>
            <pc:sldMk cId="1993399480" sldId="329"/>
            <ac:spMk id="54" creationId="{2F8D2E65-4DD8-23E8-E4CB-18ACA05500FE}"/>
          </ac:spMkLst>
        </pc:spChg>
        <pc:spChg chg="add mod">
          <ac:chgData name="Lars Lundberg" userId="2df479a7-79f3-4063-8e5b-fb2f29919dbd" providerId="ADAL" clId="{ADFF0029-E823-43EF-89B8-89700DD40512}" dt="2025-03-08T15:15:17.958" v="8916" actId="20577"/>
          <ac:spMkLst>
            <pc:docMk/>
            <pc:sldMk cId="1993399480" sldId="329"/>
            <ac:spMk id="55" creationId="{AA807606-B04A-8220-C572-D345FFB22ADD}"/>
          </ac:spMkLst>
        </pc:spChg>
        <pc:spChg chg="add mod">
          <ac:chgData name="Lars Lundberg" userId="2df479a7-79f3-4063-8e5b-fb2f29919dbd" providerId="ADAL" clId="{ADFF0029-E823-43EF-89B8-89700DD40512}" dt="2025-03-08T15:16:08.013" v="8922" actId="20577"/>
          <ac:spMkLst>
            <pc:docMk/>
            <pc:sldMk cId="1993399480" sldId="329"/>
            <ac:spMk id="56" creationId="{0D843AEA-6115-AC41-5027-D5AE7745A879}"/>
          </ac:spMkLst>
        </pc:spChg>
        <pc:spChg chg="add mod">
          <ac:chgData name="Lars Lundberg" userId="2df479a7-79f3-4063-8e5b-fb2f29919dbd" providerId="ADAL" clId="{ADFF0029-E823-43EF-89B8-89700DD40512}" dt="2025-03-08T15:17:48.189" v="8924"/>
          <ac:spMkLst>
            <pc:docMk/>
            <pc:sldMk cId="1993399480" sldId="329"/>
            <ac:spMk id="57" creationId="{493CF9C1-F885-AB9F-3194-CF3AED6BB35E}"/>
          </ac:spMkLst>
        </pc:spChg>
        <pc:spChg chg="add mod">
          <ac:chgData name="Lars Lundberg" userId="2df479a7-79f3-4063-8e5b-fb2f29919dbd" providerId="ADAL" clId="{ADFF0029-E823-43EF-89B8-89700DD40512}" dt="2025-03-08T16:34:43.105" v="9974" actId="20577"/>
          <ac:spMkLst>
            <pc:docMk/>
            <pc:sldMk cId="1993399480" sldId="329"/>
            <ac:spMk id="58" creationId="{1E2F1FD2-BA9A-3A1E-C303-00A87C5A5FA3}"/>
          </ac:spMkLst>
        </pc:spChg>
        <pc:grpChg chg="add mod">
          <ac:chgData name="Lars Lundberg" userId="2df479a7-79f3-4063-8e5b-fb2f29919dbd" providerId="ADAL" clId="{ADFF0029-E823-43EF-89B8-89700DD40512}" dt="2025-03-08T15:04:40.716" v="8823" actId="14100"/>
          <ac:grpSpMkLst>
            <pc:docMk/>
            <pc:sldMk cId="1993399480" sldId="329"/>
            <ac:grpSpMk id="3" creationId="{9096CBB0-AACC-66F3-BC94-9A51E2862904}"/>
          </ac:grpSpMkLst>
        </pc:grpChg>
        <pc:grpChg chg="mod">
          <ac:chgData name="Lars Lundberg" userId="2df479a7-79f3-4063-8e5b-fb2f29919dbd" providerId="ADAL" clId="{ADFF0029-E823-43EF-89B8-89700DD40512}" dt="2025-03-08T15:04:36.062" v="8822" actId="14100"/>
          <ac:grpSpMkLst>
            <pc:docMk/>
            <pc:sldMk cId="1993399480" sldId="329"/>
            <ac:grpSpMk id="12" creationId="{8300F3E0-F188-5F6E-13C2-DA94607F1075}"/>
          </ac:grpSpMkLst>
        </pc:grpChg>
        <pc:grpChg chg="add mod">
          <ac:chgData name="Lars Lundberg" userId="2df479a7-79f3-4063-8e5b-fb2f29919dbd" providerId="ADAL" clId="{ADFF0029-E823-43EF-89B8-89700DD40512}" dt="2025-03-08T15:04:51.123" v="8825" actId="14100"/>
          <ac:grpSpMkLst>
            <pc:docMk/>
            <pc:sldMk cId="1993399480" sldId="329"/>
            <ac:grpSpMk id="15" creationId="{D1AFA803-6492-B7AB-01F2-70EF63A0F496}"/>
          </ac:grpSpMkLst>
        </pc:grpChg>
        <pc:grpChg chg="add mod">
          <ac:chgData name="Lars Lundberg" userId="2df479a7-79f3-4063-8e5b-fb2f29919dbd" providerId="ADAL" clId="{ADFF0029-E823-43EF-89B8-89700DD40512}" dt="2025-03-08T15:05:07.253" v="8827" actId="14100"/>
          <ac:grpSpMkLst>
            <pc:docMk/>
            <pc:sldMk cId="1993399480" sldId="329"/>
            <ac:grpSpMk id="20" creationId="{6F085CB7-0E61-AC1A-A09F-8873A1CE2772}"/>
          </ac:grpSpMkLst>
        </pc:grpChg>
        <pc:cxnChg chg="add">
          <ac:chgData name="Lars Lundberg" userId="2df479a7-79f3-4063-8e5b-fb2f29919dbd" providerId="ADAL" clId="{ADFF0029-E823-43EF-89B8-89700DD40512}" dt="2025-03-08T15:07:26.343" v="8849" actId="11529"/>
          <ac:cxnSpMkLst>
            <pc:docMk/>
            <pc:sldMk cId="1993399480" sldId="329"/>
            <ac:cxnSpMk id="41" creationId="{E9C4EBCE-F1A0-78B7-C053-7900A6F80BD0}"/>
          </ac:cxnSpMkLst>
        </pc:cxnChg>
        <pc:cxnChg chg="add">
          <ac:chgData name="Lars Lundberg" userId="2df479a7-79f3-4063-8e5b-fb2f29919dbd" providerId="ADAL" clId="{ADFF0029-E823-43EF-89B8-89700DD40512}" dt="2025-03-08T15:07:36.094" v="8850" actId="11529"/>
          <ac:cxnSpMkLst>
            <pc:docMk/>
            <pc:sldMk cId="1993399480" sldId="329"/>
            <ac:cxnSpMk id="43" creationId="{7B1E68D0-9DE4-CE93-DA12-87CCB354A67F}"/>
          </ac:cxnSpMkLst>
        </pc:cxnChg>
        <pc:cxnChg chg="add mod">
          <ac:chgData name="Lars Lundberg" userId="2df479a7-79f3-4063-8e5b-fb2f29919dbd" providerId="ADAL" clId="{ADFF0029-E823-43EF-89B8-89700DD40512}" dt="2025-03-08T15:07:57.132" v="8852" actId="14100"/>
          <ac:cxnSpMkLst>
            <pc:docMk/>
            <pc:sldMk cId="1993399480" sldId="329"/>
            <ac:cxnSpMk id="45" creationId="{7906C1E9-C4C8-E830-DBA3-2008756F4666}"/>
          </ac:cxnSpMkLst>
        </pc:cxnChg>
        <pc:cxnChg chg="add">
          <ac:chgData name="Lars Lundberg" userId="2df479a7-79f3-4063-8e5b-fb2f29919dbd" providerId="ADAL" clId="{ADFF0029-E823-43EF-89B8-89700DD40512}" dt="2025-03-08T15:08:08.792" v="8853" actId="11529"/>
          <ac:cxnSpMkLst>
            <pc:docMk/>
            <pc:sldMk cId="1993399480" sldId="329"/>
            <ac:cxnSpMk id="48" creationId="{9FEA8CB7-BFD0-A1E4-3B1A-AADBD397B49C}"/>
          </ac:cxnSpMkLst>
        </pc:cxnChg>
        <pc:cxnChg chg="add">
          <ac:chgData name="Lars Lundberg" userId="2df479a7-79f3-4063-8e5b-fb2f29919dbd" providerId="ADAL" clId="{ADFF0029-E823-43EF-89B8-89700DD40512}" dt="2025-03-08T15:08:17.003" v="8854" actId="11529"/>
          <ac:cxnSpMkLst>
            <pc:docMk/>
            <pc:sldMk cId="1993399480" sldId="329"/>
            <ac:cxnSpMk id="50" creationId="{CB87E9D4-EAFF-FD5C-F974-3B34E3EA1CFA}"/>
          </ac:cxnSpMkLst>
        </pc:cxnChg>
        <pc:cxnChg chg="add">
          <ac:chgData name="Lars Lundberg" userId="2df479a7-79f3-4063-8e5b-fb2f29919dbd" providerId="ADAL" clId="{ADFF0029-E823-43EF-89B8-89700DD40512}" dt="2025-03-08T15:08:30.078" v="8855" actId="11529"/>
          <ac:cxnSpMkLst>
            <pc:docMk/>
            <pc:sldMk cId="1993399480" sldId="329"/>
            <ac:cxnSpMk id="52" creationId="{8929313F-3D33-1479-F875-A3C479C322B1}"/>
          </ac:cxnSpMkLst>
        </pc:cxnChg>
      </pc:sldChg>
      <pc:sldChg chg="modSp new mod">
        <pc:chgData name="Lars Lundberg" userId="2df479a7-79f3-4063-8e5b-fb2f29919dbd" providerId="ADAL" clId="{ADFF0029-E823-43EF-89B8-89700DD40512}" dt="2025-03-08T15:47:06.983" v="9581" actId="114"/>
        <pc:sldMkLst>
          <pc:docMk/>
          <pc:sldMk cId="1986944600" sldId="330"/>
        </pc:sldMkLst>
        <pc:spChg chg="mod">
          <ac:chgData name="Lars Lundberg" userId="2df479a7-79f3-4063-8e5b-fb2f29919dbd" providerId="ADAL" clId="{ADFF0029-E823-43EF-89B8-89700DD40512}" dt="2025-03-08T15:33:31.731" v="9370" actId="20577"/>
          <ac:spMkLst>
            <pc:docMk/>
            <pc:sldMk cId="1986944600" sldId="330"/>
            <ac:spMk id="2" creationId="{9B3BA59C-DC08-E67C-6552-B6539FDF6F33}"/>
          </ac:spMkLst>
        </pc:spChg>
        <pc:spChg chg="mod">
          <ac:chgData name="Lars Lundberg" userId="2df479a7-79f3-4063-8e5b-fb2f29919dbd" providerId="ADAL" clId="{ADFF0029-E823-43EF-89B8-89700DD40512}" dt="2025-03-08T15:47:06.983" v="9581" actId="114"/>
          <ac:spMkLst>
            <pc:docMk/>
            <pc:sldMk cId="1986944600" sldId="330"/>
            <ac:spMk id="3" creationId="{A02D3840-3E76-FBA9-C50A-AC3AC6CDD59B}"/>
          </ac:spMkLst>
        </pc:spChg>
      </pc:sldChg>
      <pc:sldChg chg="modSp add mod ord">
        <pc:chgData name="Lars Lundberg" userId="2df479a7-79f3-4063-8e5b-fb2f29919dbd" providerId="ADAL" clId="{ADFF0029-E823-43EF-89B8-89700DD40512}" dt="2025-03-09T16:25:25.507" v="12228" actId="114"/>
        <pc:sldMkLst>
          <pc:docMk/>
          <pc:sldMk cId="979843372" sldId="331"/>
        </pc:sldMkLst>
        <pc:spChg chg="mod">
          <ac:chgData name="Lars Lundberg" userId="2df479a7-79f3-4063-8e5b-fb2f29919dbd" providerId="ADAL" clId="{ADFF0029-E823-43EF-89B8-89700DD40512}" dt="2025-03-09T16:25:25.507" v="12228" actId="114"/>
          <ac:spMkLst>
            <pc:docMk/>
            <pc:sldMk cId="979843372" sldId="331"/>
            <ac:spMk id="2" creationId="{BDDB85B2-5ABB-B0FA-087E-AD539CB022C9}"/>
          </ac:spMkLst>
        </pc:spChg>
        <pc:spChg chg="mod">
          <ac:chgData name="Lars Lundberg" userId="2df479a7-79f3-4063-8e5b-fb2f29919dbd" providerId="ADAL" clId="{ADFF0029-E823-43EF-89B8-89700DD40512}" dt="2025-03-08T16:17:20.378" v="9800" actId="1076"/>
          <ac:spMkLst>
            <pc:docMk/>
            <pc:sldMk cId="979843372" sldId="331"/>
            <ac:spMk id="35" creationId="{44582093-ADA9-EDBC-4C77-86998B06EB51}"/>
          </ac:spMkLst>
        </pc:spChg>
        <pc:spChg chg="mod">
          <ac:chgData name="Lars Lundberg" userId="2df479a7-79f3-4063-8e5b-fb2f29919dbd" providerId="ADAL" clId="{ADFF0029-E823-43EF-89B8-89700DD40512}" dt="2025-03-08T16:17:20.378" v="9800" actId="1076"/>
          <ac:spMkLst>
            <pc:docMk/>
            <pc:sldMk cId="979843372" sldId="331"/>
            <ac:spMk id="36" creationId="{BEF94252-3B12-820C-B77E-58370423BC34}"/>
          </ac:spMkLst>
        </pc:spChg>
        <pc:spChg chg="mod">
          <ac:chgData name="Lars Lundberg" userId="2df479a7-79f3-4063-8e5b-fb2f29919dbd" providerId="ADAL" clId="{ADFF0029-E823-43EF-89B8-89700DD40512}" dt="2025-03-08T16:17:20.378" v="9800" actId="1076"/>
          <ac:spMkLst>
            <pc:docMk/>
            <pc:sldMk cId="979843372" sldId="331"/>
            <ac:spMk id="37" creationId="{6CA709BD-4F2C-A6EF-9932-889D004F561D}"/>
          </ac:spMkLst>
        </pc:spChg>
        <pc:spChg chg="mod">
          <ac:chgData name="Lars Lundberg" userId="2df479a7-79f3-4063-8e5b-fb2f29919dbd" providerId="ADAL" clId="{ADFF0029-E823-43EF-89B8-89700DD40512}" dt="2025-03-08T16:17:20.378" v="9800" actId="1076"/>
          <ac:spMkLst>
            <pc:docMk/>
            <pc:sldMk cId="979843372" sldId="331"/>
            <ac:spMk id="38" creationId="{42AC3B23-E7EC-9729-A8B6-D827F22A99DF}"/>
          </ac:spMkLst>
        </pc:spChg>
        <pc:spChg chg="mod">
          <ac:chgData name="Lars Lundberg" userId="2df479a7-79f3-4063-8e5b-fb2f29919dbd" providerId="ADAL" clId="{ADFF0029-E823-43EF-89B8-89700DD40512}" dt="2025-03-08T16:17:29.326" v="9801" actId="1076"/>
          <ac:spMkLst>
            <pc:docMk/>
            <pc:sldMk cId="979843372" sldId="331"/>
            <ac:spMk id="53" creationId="{DD5CFE1D-4961-20F2-2AF1-3C70F273BB72}"/>
          </ac:spMkLst>
        </pc:spChg>
        <pc:spChg chg="mod">
          <ac:chgData name="Lars Lundberg" userId="2df479a7-79f3-4063-8e5b-fb2f29919dbd" providerId="ADAL" clId="{ADFF0029-E823-43EF-89B8-89700DD40512}" dt="2025-03-08T16:17:29.326" v="9801" actId="1076"/>
          <ac:spMkLst>
            <pc:docMk/>
            <pc:sldMk cId="979843372" sldId="331"/>
            <ac:spMk id="54" creationId="{727B119C-B1CD-FB50-49C0-DCE284D3D87E}"/>
          </ac:spMkLst>
        </pc:spChg>
        <pc:spChg chg="mod">
          <ac:chgData name="Lars Lundberg" userId="2df479a7-79f3-4063-8e5b-fb2f29919dbd" providerId="ADAL" clId="{ADFF0029-E823-43EF-89B8-89700DD40512}" dt="2025-03-08T16:17:29.326" v="9801" actId="1076"/>
          <ac:spMkLst>
            <pc:docMk/>
            <pc:sldMk cId="979843372" sldId="331"/>
            <ac:spMk id="55" creationId="{7A9DA10B-9CCA-6017-29E4-A83A21980DA0}"/>
          </ac:spMkLst>
        </pc:spChg>
        <pc:spChg chg="mod">
          <ac:chgData name="Lars Lundberg" userId="2df479a7-79f3-4063-8e5b-fb2f29919dbd" providerId="ADAL" clId="{ADFF0029-E823-43EF-89B8-89700DD40512}" dt="2025-03-08T16:17:29.326" v="9801" actId="1076"/>
          <ac:spMkLst>
            <pc:docMk/>
            <pc:sldMk cId="979843372" sldId="331"/>
            <ac:spMk id="56" creationId="{019986E9-90B8-AC91-2A36-4C0AB5D10680}"/>
          </ac:spMkLst>
        </pc:spChg>
        <pc:spChg chg="mod">
          <ac:chgData name="Lars Lundberg" userId="2df479a7-79f3-4063-8e5b-fb2f29919dbd" providerId="ADAL" clId="{ADFF0029-E823-43EF-89B8-89700DD40512}" dt="2025-03-08T16:17:20.378" v="9800" actId="1076"/>
          <ac:spMkLst>
            <pc:docMk/>
            <pc:sldMk cId="979843372" sldId="331"/>
            <ac:spMk id="57" creationId="{7057B3CC-C65C-9F65-8073-47E01E88ABB1}"/>
          </ac:spMkLst>
        </pc:spChg>
        <pc:spChg chg="mod">
          <ac:chgData name="Lars Lundberg" userId="2df479a7-79f3-4063-8e5b-fb2f29919dbd" providerId="ADAL" clId="{ADFF0029-E823-43EF-89B8-89700DD40512}" dt="2025-03-08T16:31:00.716" v="9901" actId="20577"/>
          <ac:spMkLst>
            <pc:docMk/>
            <pc:sldMk cId="979843372" sldId="331"/>
            <ac:spMk id="58" creationId="{2FBF3589-7700-4A4A-BCAE-0817414F6F18}"/>
          </ac:spMkLst>
        </pc:spChg>
        <pc:grpChg chg="mod">
          <ac:chgData name="Lars Lundberg" userId="2df479a7-79f3-4063-8e5b-fb2f29919dbd" providerId="ADAL" clId="{ADFF0029-E823-43EF-89B8-89700DD40512}" dt="2025-03-08T16:17:20.378" v="9800" actId="1076"/>
          <ac:grpSpMkLst>
            <pc:docMk/>
            <pc:sldMk cId="979843372" sldId="331"/>
            <ac:grpSpMk id="3" creationId="{B7BC8746-B603-41A2-FE53-48F00434B4A2}"/>
          </ac:grpSpMkLst>
        </pc:grpChg>
        <pc:grpChg chg="mod">
          <ac:chgData name="Lars Lundberg" userId="2df479a7-79f3-4063-8e5b-fb2f29919dbd" providerId="ADAL" clId="{ADFF0029-E823-43EF-89B8-89700DD40512}" dt="2025-03-08T16:17:20.378" v="9800" actId="1076"/>
          <ac:grpSpMkLst>
            <pc:docMk/>
            <pc:sldMk cId="979843372" sldId="331"/>
            <ac:grpSpMk id="12" creationId="{DE8D3686-A71F-B13A-0E9E-3E5F55FA1A22}"/>
          </ac:grpSpMkLst>
        </pc:grpChg>
        <pc:grpChg chg="mod">
          <ac:chgData name="Lars Lundberg" userId="2df479a7-79f3-4063-8e5b-fb2f29919dbd" providerId="ADAL" clId="{ADFF0029-E823-43EF-89B8-89700DD40512}" dt="2025-03-08T16:17:20.378" v="9800" actId="1076"/>
          <ac:grpSpMkLst>
            <pc:docMk/>
            <pc:sldMk cId="979843372" sldId="331"/>
            <ac:grpSpMk id="15" creationId="{ED1DF7A4-43B0-62FF-4952-213E48B2FDAF}"/>
          </ac:grpSpMkLst>
        </pc:grpChg>
        <pc:grpChg chg="mod">
          <ac:chgData name="Lars Lundberg" userId="2df479a7-79f3-4063-8e5b-fb2f29919dbd" providerId="ADAL" clId="{ADFF0029-E823-43EF-89B8-89700DD40512}" dt="2025-03-08T16:17:20.378" v="9800" actId="1076"/>
          <ac:grpSpMkLst>
            <pc:docMk/>
            <pc:sldMk cId="979843372" sldId="331"/>
            <ac:grpSpMk id="20" creationId="{C1FAA134-3708-41BE-3B0F-6C8E7779CA56}"/>
          </ac:grpSpMkLst>
        </pc:grpChg>
        <pc:cxnChg chg="mod">
          <ac:chgData name="Lars Lundberg" userId="2df479a7-79f3-4063-8e5b-fb2f29919dbd" providerId="ADAL" clId="{ADFF0029-E823-43EF-89B8-89700DD40512}" dt="2025-03-08T16:17:20.378" v="9800" actId="1076"/>
          <ac:cxnSpMkLst>
            <pc:docMk/>
            <pc:sldMk cId="979843372" sldId="331"/>
            <ac:cxnSpMk id="43" creationId="{B79B2D49-7A7E-D0AB-927A-8ECEDDB8276C}"/>
          </ac:cxnSpMkLst>
        </pc:cxnChg>
      </pc:sldChg>
      <pc:sldChg chg="modSp add mod">
        <pc:chgData name="Lars Lundberg" userId="2df479a7-79f3-4063-8e5b-fb2f29919dbd" providerId="ADAL" clId="{ADFF0029-E823-43EF-89B8-89700DD40512}" dt="2025-03-09T16:38:42.720" v="12747" actId="20577"/>
        <pc:sldMkLst>
          <pc:docMk/>
          <pc:sldMk cId="872078116" sldId="332"/>
        </pc:sldMkLst>
        <pc:spChg chg="mod">
          <ac:chgData name="Lars Lundberg" userId="2df479a7-79f3-4063-8e5b-fb2f29919dbd" providerId="ADAL" clId="{ADFF0029-E823-43EF-89B8-89700DD40512}" dt="2025-03-09T16:38:42.720" v="12747" actId="20577"/>
          <ac:spMkLst>
            <pc:docMk/>
            <pc:sldMk cId="872078116" sldId="332"/>
            <ac:spMk id="56" creationId="{7674D1E2-A9C5-1460-C3E4-125A450320C3}"/>
          </ac:spMkLst>
        </pc:spChg>
        <pc:spChg chg="mod">
          <ac:chgData name="Lars Lundberg" userId="2df479a7-79f3-4063-8e5b-fb2f29919dbd" providerId="ADAL" clId="{ADFF0029-E823-43EF-89B8-89700DD40512}" dt="2025-03-08T16:30:07.623" v="9898" actId="13926"/>
          <ac:spMkLst>
            <pc:docMk/>
            <pc:sldMk cId="872078116" sldId="332"/>
            <ac:spMk id="58" creationId="{5386C11E-DE31-4648-8627-A5C71866B8D7}"/>
          </ac:spMkLst>
        </pc:spChg>
      </pc:sldChg>
      <pc:sldChg chg="modSp add mod">
        <pc:chgData name="Lars Lundberg" userId="2df479a7-79f3-4063-8e5b-fb2f29919dbd" providerId="ADAL" clId="{ADFF0029-E823-43EF-89B8-89700DD40512}" dt="2025-03-08T16:31:42.093" v="9904" actId="20577"/>
        <pc:sldMkLst>
          <pc:docMk/>
          <pc:sldMk cId="677290829" sldId="333"/>
        </pc:sldMkLst>
        <pc:spChg chg="mod">
          <ac:chgData name="Lars Lundberg" userId="2df479a7-79f3-4063-8e5b-fb2f29919dbd" providerId="ADAL" clId="{ADFF0029-E823-43EF-89B8-89700DD40512}" dt="2025-03-08T16:31:42.093" v="9904" actId="20577"/>
          <ac:spMkLst>
            <pc:docMk/>
            <pc:sldMk cId="677290829" sldId="333"/>
            <ac:spMk id="58" creationId="{A661761D-A357-06C9-F554-51B8B2569E9C}"/>
          </ac:spMkLst>
        </pc:spChg>
      </pc:sldChg>
      <pc:sldChg chg="modSp add mod">
        <pc:chgData name="Lars Lundberg" userId="2df479a7-79f3-4063-8e5b-fb2f29919dbd" providerId="ADAL" clId="{ADFF0029-E823-43EF-89B8-89700DD40512}" dt="2025-03-08T16:32:24.671" v="9906" actId="20577"/>
        <pc:sldMkLst>
          <pc:docMk/>
          <pc:sldMk cId="2451033851" sldId="334"/>
        </pc:sldMkLst>
        <pc:spChg chg="mod">
          <ac:chgData name="Lars Lundberg" userId="2df479a7-79f3-4063-8e5b-fb2f29919dbd" providerId="ADAL" clId="{ADFF0029-E823-43EF-89B8-89700DD40512}" dt="2025-03-08T16:32:24.671" v="9906" actId="20577"/>
          <ac:spMkLst>
            <pc:docMk/>
            <pc:sldMk cId="2451033851" sldId="334"/>
            <ac:spMk id="58" creationId="{A4CDEE4D-E60B-12AA-D212-4019CB5C2D08}"/>
          </ac:spMkLst>
        </pc:spChg>
      </pc:sldChg>
      <pc:sldChg chg="modSp add mod">
        <pc:chgData name="Lars Lundberg" userId="2df479a7-79f3-4063-8e5b-fb2f29919dbd" providerId="ADAL" clId="{ADFF0029-E823-43EF-89B8-89700DD40512}" dt="2025-03-08T16:33:02.206" v="9909" actId="20577"/>
        <pc:sldMkLst>
          <pc:docMk/>
          <pc:sldMk cId="542839518" sldId="335"/>
        </pc:sldMkLst>
        <pc:spChg chg="mod">
          <ac:chgData name="Lars Lundberg" userId="2df479a7-79f3-4063-8e5b-fb2f29919dbd" providerId="ADAL" clId="{ADFF0029-E823-43EF-89B8-89700DD40512}" dt="2025-03-08T16:33:02.206" v="9909" actId="20577"/>
          <ac:spMkLst>
            <pc:docMk/>
            <pc:sldMk cId="542839518" sldId="335"/>
            <ac:spMk id="58" creationId="{06061729-67B1-72F1-0EF7-6193F000B63D}"/>
          </ac:spMkLst>
        </pc:spChg>
      </pc:sldChg>
      <pc:sldChg chg="add">
        <pc:chgData name="Lars Lundberg" userId="2df479a7-79f3-4063-8e5b-fb2f29919dbd" providerId="ADAL" clId="{ADFF0029-E823-43EF-89B8-89700DD40512}" dt="2025-03-08T16:32:48.865" v="9907"/>
        <pc:sldMkLst>
          <pc:docMk/>
          <pc:sldMk cId="3724419563" sldId="336"/>
        </pc:sldMkLst>
      </pc:sldChg>
      <pc:sldChg chg="addSp delSp modSp new mod">
        <pc:chgData name="Lars Lundberg" userId="2df479a7-79f3-4063-8e5b-fb2f29919dbd" providerId="ADAL" clId="{ADFF0029-E823-43EF-89B8-89700DD40512}" dt="2025-03-09T16:29:30.947" v="12230" actId="22"/>
        <pc:sldMkLst>
          <pc:docMk/>
          <pc:sldMk cId="906266414" sldId="337"/>
        </pc:sldMkLst>
        <pc:spChg chg="mod">
          <ac:chgData name="Lars Lundberg" userId="2df479a7-79f3-4063-8e5b-fb2f29919dbd" providerId="ADAL" clId="{ADFF0029-E823-43EF-89B8-89700DD40512}" dt="2025-03-08T16:47:12.549" v="10019" actId="114"/>
          <ac:spMkLst>
            <pc:docMk/>
            <pc:sldMk cId="906266414" sldId="337"/>
            <ac:spMk id="2" creationId="{E01F45C3-2CE0-9343-67B4-9018F9CE2D9C}"/>
          </ac:spMkLst>
        </pc:spChg>
        <pc:spChg chg="mod">
          <ac:chgData name="Lars Lundberg" userId="2df479a7-79f3-4063-8e5b-fb2f29919dbd" providerId="ADAL" clId="{ADFF0029-E823-43EF-89B8-89700DD40512}" dt="2025-03-08T20:09:32.821" v="12093" actId="20577"/>
          <ac:spMkLst>
            <pc:docMk/>
            <pc:sldMk cId="906266414" sldId="337"/>
            <ac:spMk id="3" creationId="{2263A667-383D-B195-AD67-ABDF98C1F372}"/>
          </ac:spMkLst>
        </pc:spChg>
        <pc:spChg chg="add del">
          <ac:chgData name="Lars Lundberg" userId="2df479a7-79f3-4063-8e5b-fb2f29919dbd" providerId="ADAL" clId="{ADFF0029-E823-43EF-89B8-89700DD40512}" dt="2025-03-09T16:29:30.947" v="12230" actId="22"/>
          <ac:spMkLst>
            <pc:docMk/>
            <pc:sldMk cId="906266414" sldId="337"/>
            <ac:spMk id="5" creationId="{14597F4C-91F7-735B-994B-E697CABD6AB8}"/>
          </ac:spMkLst>
        </pc:spChg>
      </pc:sldChg>
      <pc:sldChg chg="addSp delSp modSp new mod">
        <pc:chgData name="Lars Lundberg" userId="2df479a7-79f3-4063-8e5b-fb2f29919dbd" providerId="ADAL" clId="{ADFF0029-E823-43EF-89B8-89700DD40512}" dt="2025-03-08T17:18:27.209" v="10503" actId="403"/>
        <pc:sldMkLst>
          <pc:docMk/>
          <pc:sldMk cId="166944142" sldId="338"/>
        </pc:sldMkLst>
        <pc:spChg chg="mod">
          <ac:chgData name="Lars Lundberg" userId="2df479a7-79f3-4063-8e5b-fb2f29919dbd" providerId="ADAL" clId="{ADFF0029-E823-43EF-89B8-89700DD40512}" dt="2025-03-08T16:58:48.529" v="10292" actId="20577"/>
          <ac:spMkLst>
            <pc:docMk/>
            <pc:sldMk cId="166944142" sldId="338"/>
            <ac:spMk id="2" creationId="{E6E10559-F973-0C9C-334F-728FBF774A8E}"/>
          </ac:spMkLst>
        </pc:spChg>
        <pc:spChg chg="add mod">
          <ac:chgData name="Lars Lundberg" userId="2df479a7-79f3-4063-8e5b-fb2f29919dbd" providerId="ADAL" clId="{ADFF0029-E823-43EF-89B8-89700DD40512}" dt="2025-03-08T17:18:27.209" v="10503" actId="403"/>
          <ac:spMkLst>
            <pc:docMk/>
            <pc:sldMk cId="166944142" sldId="338"/>
            <ac:spMk id="6" creationId="{D4EAD89D-4420-7440-4BB3-C6299F19215A}"/>
          </ac:spMkLst>
        </pc:spChg>
        <pc:graphicFrameChg chg="add mod ord modGraphic">
          <ac:chgData name="Lars Lundberg" userId="2df479a7-79f3-4063-8e5b-fb2f29919dbd" providerId="ADAL" clId="{ADFF0029-E823-43EF-89B8-89700DD40512}" dt="2025-03-08T17:17:10.495" v="10455" actId="2165"/>
          <ac:graphicFrameMkLst>
            <pc:docMk/>
            <pc:sldMk cId="166944142" sldId="338"/>
            <ac:graphicFrameMk id="5" creationId="{57BF5705-5E90-257D-2E41-9D995F427DE5}"/>
          </ac:graphicFrameMkLst>
        </pc:graphicFrameChg>
      </pc:sldChg>
      <pc:sldChg chg="modSp new mod">
        <pc:chgData name="Lars Lundberg" userId="2df479a7-79f3-4063-8e5b-fb2f29919dbd" providerId="ADAL" clId="{ADFF0029-E823-43EF-89B8-89700DD40512}" dt="2025-03-09T16:58:49.434" v="12984" actId="114"/>
        <pc:sldMkLst>
          <pc:docMk/>
          <pc:sldMk cId="425010433" sldId="339"/>
        </pc:sldMkLst>
        <pc:spChg chg="mod">
          <ac:chgData name="Lars Lundberg" userId="2df479a7-79f3-4063-8e5b-fb2f29919dbd" providerId="ADAL" clId="{ADFF0029-E823-43EF-89B8-89700DD40512}" dt="2025-03-08T19:21:41.078" v="10538" actId="20577"/>
          <ac:spMkLst>
            <pc:docMk/>
            <pc:sldMk cId="425010433" sldId="339"/>
            <ac:spMk id="2" creationId="{E003945B-70C6-8589-A274-81B229153D29}"/>
          </ac:spMkLst>
        </pc:spChg>
        <pc:spChg chg="mod">
          <ac:chgData name="Lars Lundberg" userId="2df479a7-79f3-4063-8e5b-fb2f29919dbd" providerId="ADAL" clId="{ADFF0029-E823-43EF-89B8-89700DD40512}" dt="2025-03-09T16:58:49.434" v="12984" actId="114"/>
          <ac:spMkLst>
            <pc:docMk/>
            <pc:sldMk cId="425010433" sldId="339"/>
            <ac:spMk id="3" creationId="{7F6858F5-CDA9-1B73-C234-E2B1BF5C2E6D}"/>
          </ac:spMkLst>
        </pc:spChg>
      </pc:sldChg>
      <pc:sldChg chg="delSp modSp add mod ord">
        <pc:chgData name="Lars Lundberg" userId="2df479a7-79f3-4063-8e5b-fb2f29919dbd" providerId="ADAL" clId="{ADFF0029-E823-43EF-89B8-89700DD40512}" dt="2025-03-09T16:02:43.813" v="12094" actId="1076"/>
        <pc:sldMkLst>
          <pc:docMk/>
          <pc:sldMk cId="1919814312" sldId="340"/>
        </pc:sldMkLst>
        <pc:spChg chg="mod">
          <ac:chgData name="Lars Lundberg" userId="2df479a7-79f3-4063-8e5b-fb2f29919dbd" providerId="ADAL" clId="{ADFF0029-E823-43EF-89B8-89700DD40512}" dt="2025-03-08T19:36:19.724" v="11222" actId="20577"/>
          <ac:spMkLst>
            <pc:docMk/>
            <pc:sldMk cId="1919814312" sldId="340"/>
            <ac:spMk id="2" creationId="{7B13C775-D2D1-5106-481F-E36A31E82A93}"/>
          </ac:spMkLst>
        </pc:spChg>
        <pc:spChg chg="mod">
          <ac:chgData name="Lars Lundberg" userId="2df479a7-79f3-4063-8e5b-fb2f29919dbd" providerId="ADAL" clId="{ADFF0029-E823-43EF-89B8-89700DD40512}" dt="2025-03-09T16:02:43.813" v="12094" actId="1076"/>
          <ac:spMkLst>
            <pc:docMk/>
            <pc:sldMk cId="1919814312" sldId="340"/>
            <ac:spMk id="35" creationId="{C2D8797A-E6B6-CB7A-06D4-63F8124A78B1}"/>
          </ac:spMkLst>
        </pc:spChg>
        <pc:spChg chg="mod">
          <ac:chgData name="Lars Lundberg" userId="2df479a7-79f3-4063-8e5b-fb2f29919dbd" providerId="ADAL" clId="{ADFF0029-E823-43EF-89B8-89700DD40512}" dt="2025-03-09T16:02:43.813" v="12094" actId="1076"/>
          <ac:spMkLst>
            <pc:docMk/>
            <pc:sldMk cId="1919814312" sldId="340"/>
            <ac:spMk id="36" creationId="{8B09C1F5-737D-51F7-E473-4DE9869510BF}"/>
          </ac:spMkLst>
        </pc:spChg>
        <pc:spChg chg="mod">
          <ac:chgData name="Lars Lundberg" userId="2df479a7-79f3-4063-8e5b-fb2f29919dbd" providerId="ADAL" clId="{ADFF0029-E823-43EF-89B8-89700DD40512}" dt="2025-03-09T16:02:43.813" v="12094" actId="1076"/>
          <ac:spMkLst>
            <pc:docMk/>
            <pc:sldMk cId="1919814312" sldId="340"/>
            <ac:spMk id="37" creationId="{BB1E23B6-65FE-7B7C-A323-F151F71CAF65}"/>
          </ac:spMkLst>
        </pc:spChg>
        <pc:spChg chg="mod">
          <ac:chgData name="Lars Lundberg" userId="2df479a7-79f3-4063-8e5b-fb2f29919dbd" providerId="ADAL" clId="{ADFF0029-E823-43EF-89B8-89700DD40512}" dt="2025-03-09T16:02:43.813" v="12094" actId="1076"/>
          <ac:spMkLst>
            <pc:docMk/>
            <pc:sldMk cId="1919814312" sldId="340"/>
            <ac:spMk id="38" creationId="{8320AAE9-8C64-B1FA-D059-12883D24F0F1}"/>
          </ac:spMkLst>
        </pc:spChg>
        <pc:spChg chg="mod">
          <ac:chgData name="Lars Lundberg" userId="2df479a7-79f3-4063-8e5b-fb2f29919dbd" providerId="ADAL" clId="{ADFF0029-E823-43EF-89B8-89700DD40512}" dt="2025-03-09T16:02:43.813" v="12094" actId="1076"/>
          <ac:spMkLst>
            <pc:docMk/>
            <pc:sldMk cId="1919814312" sldId="340"/>
            <ac:spMk id="54" creationId="{E5E75497-AF27-F1B1-8663-AFA4010EF30C}"/>
          </ac:spMkLst>
        </pc:spChg>
        <pc:spChg chg="mod">
          <ac:chgData name="Lars Lundberg" userId="2df479a7-79f3-4063-8e5b-fb2f29919dbd" providerId="ADAL" clId="{ADFF0029-E823-43EF-89B8-89700DD40512}" dt="2025-03-09T16:02:43.813" v="12094" actId="1076"/>
          <ac:spMkLst>
            <pc:docMk/>
            <pc:sldMk cId="1919814312" sldId="340"/>
            <ac:spMk id="57" creationId="{6E1C1E9C-3878-394C-D6D5-13825555AD4B}"/>
          </ac:spMkLst>
        </pc:spChg>
        <pc:grpChg chg="mod">
          <ac:chgData name="Lars Lundberg" userId="2df479a7-79f3-4063-8e5b-fb2f29919dbd" providerId="ADAL" clId="{ADFF0029-E823-43EF-89B8-89700DD40512}" dt="2025-03-09T16:02:43.813" v="12094" actId="1076"/>
          <ac:grpSpMkLst>
            <pc:docMk/>
            <pc:sldMk cId="1919814312" sldId="340"/>
            <ac:grpSpMk id="3" creationId="{12A2CB7E-CD4F-223D-6398-A71B3E0D4723}"/>
          </ac:grpSpMkLst>
        </pc:grpChg>
        <pc:grpChg chg="mod">
          <ac:chgData name="Lars Lundberg" userId="2df479a7-79f3-4063-8e5b-fb2f29919dbd" providerId="ADAL" clId="{ADFF0029-E823-43EF-89B8-89700DD40512}" dt="2025-03-09T16:02:43.813" v="12094" actId="1076"/>
          <ac:grpSpMkLst>
            <pc:docMk/>
            <pc:sldMk cId="1919814312" sldId="340"/>
            <ac:grpSpMk id="12" creationId="{E79EFB3A-32F9-7F76-CDF0-2AD3CE75BB6E}"/>
          </ac:grpSpMkLst>
        </pc:grpChg>
        <pc:grpChg chg="mod">
          <ac:chgData name="Lars Lundberg" userId="2df479a7-79f3-4063-8e5b-fb2f29919dbd" providerId="ADAL" clId="{ADFF0029-E823-43EF-89B8-89700DD40512}" dt="2025-03-09T16:02:43.813" v="12094" actId="1076"/>
          <ac:grpSpMkLst>
            <pc:docMk/>
            <pc:sldMk cId="1919814312" sldId="340"/>
            <ac:grpSpMk id="15" creationId="{441A754B-4A93-B54B-BCA3-7377D527E285}"/>
          </ac:grpSpMkLst>
        </pc:grpChg>
        <pc:grpChg chg="mod">
          <ac:chgData name="Lars Lundberg" userId="2df479a7-79f3-4063-8e5b-fb2f29919dbd" providerId="ADAL" clId="{ADFF0029-E823-43EF-89B8-89700DD40512}" dt="2025-03-09T16:02:43.813" v="12094" actId="1076"/>
          <ac:grpSpMkLst>
            <pc:docMk/>
            <pc:sldMk cId="1919814312" sldId="340"/>
            <ac:grpSpMk id="20" creationId="{027FCBED-7527-B0FB-6989-DA3CDF66BBF0}"/>
          </ac:grpSpMkLst>
        </pc:grpChg>
      </pc:sldChg>
      <pc:sldChg chg="modSp add mod ord">
        <pc:chgData name="Lars Lundberg" userId="2df479a7-79f3-4063-8e5b-fb2f29919dbd" providerId="ADAL" clId="{ADFF0029-E823-43EF-89B8-89700DD40512}" dt="2025-03-08T20:09:21.851" v="12092" actId="20577"/>
        <pc:sldMkLst>
          <pc:docMk/>
          <pc:sldMk cId="2282601745" sldId="341"/>
        </pc:sldMkLst>
        <pc:spChg chg="mod">
          <ac:chgData name="Lars Lundberg" userId="2df479a7-79f3-4063-8e5b-fb2f29919dbd" providerId="ADAL" clId="{ADFF0029-E823-43EF-89B8-89700DD40512}" dt="2025-03-08T19:37:33.543" v="11246" actId="20577"/>
          <ac:spMkLst>
            <pc:docMk/>
            <pc:sldMk cId="2282601745" sldId="341"/>
            <ac:spMk id="2" creationId="{73BF7FAF-9E60-7DB2-B271-98FE7C5183D8}"/>
          </ac:spMkLst>
        </pc:spChg>
        <pc:spChg chg="mod">
          <ac:chgData name="Lars Lundberg" userId="2df479a7-79f3-4063-8e5b-fb2f29919dbd" providerId="ADAL" clId="{ADFF0029-E823-43EF-89B8-89700DD40512}" dt="2025-03-08T20:09:21.851" v="12092" actId="20577"/>
          <ac:spMkLst>
            <pc:docMk/>
            <pc:sldMk cId="2282601745" sldId="341"/>
            <ac:spMk id="3" creationId="{4B7084CB-3501-AC5D-E819-B356FD0996A0}"/>
          </ac:spMkLst>
        </pc:spChg>
      </pc:sldChg>
      <pc:sldChg chg="modSp add mod ord">
        <pc:chgData name="Lars Lundberg" userId="2df479a7-79f3-4063-8e5b-fb2f29919dbd" providerId="ADAL" clId="{ADFF0029-E823-43EF-89B8-89700DD40512}" dt="2025-03-08T20:01:55.438" v="11949" actId="20577"/>
        <pc:sldMkLst>
          <pc:docMk/>
          <pc:sldMk cId="365964967" sldId="342"/>
        </pc:sldMkLst>
        <pc:spChg chg="mod">
          <ac:chgData name="Lars Lundberg" userId="2df479a7-79f3-4063-8e5b-fb2f29919dbd" providerId="ADAL" clId="{ADFF0029-E823-43EF-89B8-89700DD40512}" dt="2025-03-08T19:45:06.722" v="11336" actId="20577"/>
          <ac:spMkLst>
            <pc:docMk/>
            <pc:sldMk cId="365964967" sldId="342"/>
            <ac:spMk id="2" creationId="{7C51ABBF-CC4A-0772-B97F-C6F0A1A9243D}"/>
          </ac:spMkLst>
        </pc:spChg>
        <pc:spChg chg="mod">
          <ac:chgData name="Lars Lundberg" userId="2df479a7-79f3-4063-8e5b-fb2f29919dbd" providerId="ADAL" clId="{ADFF0029-E823-43EF-89B8-89700DD40512}" dt="2025-03-08T20:01:55.438" v="11949" actId="20577"/>
          <ac:spMkLst>
            <pc:docMk/>
            <pc:sldMk cId="365964967" sldId="342"/>
            <ac:spMk id="3" creationId="{06A0518F-01A8-6469-D8D9-8CE4AB940956}"/>
          </ac:spMkLst>
        </pc:spChg>
      </pc:sldChg>
      <pc:sldChg chg="modSp add mod ord">
        <pc:chgData name="Lars Lundberg" userId="2df479a7-79f3-4063-8e5b-fb2f29919dbd" providerId="ADAL" clId="{ADFF0029-E823-43EF-89B8-89700DD40512}" dt="2025-03-08T20:09:12.596" v="12091" actId="20577"/>
        <pc:sldMkLst>
          <pc:docMk/>
          <pc:sldMk cId="12571353" sldId="343"/>
        </pc:sldMkLst>
        <pc:spChg chg="mod">
          <ac:chgData name="Lars Lundberg" userId="2df479a7-79f3-4063-8e5b-fb2f29919dbd" providerId="ADAL" clId="{ADFF0029-E823-43EF-89B8-89700DD40512}" dt="2025-03-08T20:03:45.859" v="11979" actId="20577"/>
          <ac:spMkLst>
            <pc:docMk/>
            <pc:sldMk cId="12571353" sldId="343"/>
            <ac:spMk id="2" creationId="{7781382C-63E9-E216-FACA-6598C79E71EE}"/>
          </ac:spMkLst>
        </pc:spChg>
        <pc:spChg chg="mod">
          <ac:chgData name="Lars Lundberg" userId="2df479a7-79f3-4063-8e5b-fb2f29919dbd" providerId="ADAL" clId="{ADFF0029-E823-43EF-89B8-89700DD40512}" dt="2025-03-08T20:09:12.596" v="12091" actId="20577"/>
          <ac:spMkLst>
            <pc:docMk/>
            <pc:sldMk cId="12571353" sldId="343"/>
            <ac:spMk id="3" creationId="{EF38C0AE-2A74-2BFE-5A15-1121BA4E6086}"/>
          </ac:spMkLst>
        </pc:spChg>
      </pc:sldChg>
      <pc:sldChg chg="modSp add mod">
        <pc:chgData name="Lars Lundberg" userId="2df479a7-79f3-4063-8e5b-fb2f29919dbd" providerId="ADAL" clId="{ADFF0029-E823-43EF-89B8-89700DD40512}" dt="2025-03-09T16:55:04.605" v="12981" actId="20577"/>
        <pc:sldMkLst>
          <pc:docMk/>
          <pc:sldMk cId="3510891580" sldId="344"/>
        </pc:sldMkLst>
        <pc:spChg chg="mod">
          <ac:chgData name="Lars Lundberg" userId="2df479a7-79f3-4063-8e5b-fb2f29919dbd" providerId="ADAL" clId="{ADFF0029-E823-43EF-89B8-89700DD40512}" dt="2025-03-09T16:37:05.690" v="12672" actId="20577"/>
          <ac:spMkLst>
            <pc:docMk/>
            <pc:sldMk cId="3510891580" sldId="344"/>
            <ac:spMk id="2" creationId="{1C0624D6-3DD5-1FF3-5DF3-0322E2511AAF}"/>
          </ac:spMkLst>
        </pc:spChg>
        <pc:spChg chg="mod">
          <ac:chgData name="Lars Lundberg" userId="2df479a7-79f3-4063-8e5b-fb2f29919dbd" providerId="ADAL" clId="{ADFF0029-E823-43EF-89B8-89700DD40512}" dt="2025-03-09T16:55:04.605" v="12981" actId="20577"/>
          <ac:spMkLst>
            <pc:docMk/>
            <pc:sldMk cId="3510891580" sldId="344"/>
            <ac:spMk id="3" creationId="{7430F4DE-5B93-7F23-D559-E2274EB23101}"/>
          </ac:spMkLst>
        </pc:spChg>
      </pc:sldChg>
      <pc:sldChg chg="modSp add mod">
        <pc:chgData name="Lars Lundberg" userId="2df479a7-79f3-4063-8e5b-fb2f29919dbd" providerId="ADAL" clId="{ADFF0029-E823-43EF-89B8-89700DD40512}" dt="2025-03-09T16:54:22.724" v="12980" actId="20577"/>
        <pc:sldMkLst>
          <pc:docMk/>
          <pc:sldMk cId="3871643580" sldId="345"/>
        </pc:sldMkLst>
        <pc:spChg chg="mod">
          <ac:chgData name="Lars Lundberg" userId="2df479a7-79f3-4063-8e5b-fb2f29919dbd" providerId="ADAL" clId="{ADFF0029-E823-43EF-89B8-89700DD40512}" dt="2025-03-09T16:39:56.165" v="12764" actId="20577"/>
          <ac:spMkLst>
            <pc:docMk/>
            <pc:sldMk cId="3871643580" sldId="345"/>
            <ac:spMk id="2" creationId="{73FB203B-9AA3-96C2-831C-01186371795C}"/>
          </ac:spMkLst>
        </pc:spChg>
        <pc:spChg chg="mod">
          <ac:chgData name="Lars Lundberg" userId="2df479a7-79f3-4063-8e5b-fb2f29919dbd" providerId="ADAL" clId="{ADFF0029-E823-43EF-89B8-89700DD40512}" dt="2025-03-09T16:54:22.724" v="12980" actId="20577"/>
          <ac:spMkLst>
            <pc:docMk/>
            <pc:sldMk cId="3871643580" sldId="345"/>
            <ac:spMk id="3" creationId="{F298722B-BA22-8C16-F54C-A5E08C87359E}"/>
          </ac:spMkLst>
        </pc:spChg>
      </pc:sldChg>
      <pc:sldChg chg="modSp add mod">
        <pc:chgData name="Lars Lundberg" userId="2df479a7-79f3-4063-8e5b-fb2f29919dbd" providerId="ADAL" clId="{ADFF0029-E823-43EF-89B8-89700DD40512}" dt="2025-03-09T16:57:43.127" v="12983" actId="13926"/>
        <pc:sldMkLst>
          <pc:docMk/>
          <pc:sldMk cId="2855278626" sldId="346"/>
        </pc:sldMkLst>
        <pc:graphicFrameChg chg="modGraphic">
          <ac:chgData name="Lars Lundberg" userId="2df479a7-79f3-4063-8e5b-fb2f29919dbd" providerId="ADAL" clId="{ADFF0029-E823-43EF-89B8-89700DD40512}" dt="2025-03-09T16:57:43.127" v="12983" actId="13926"/>
          <ac:graphicFrameMkLst>
            <pc:docMk/>
            <pc:sldMk cId="2855278626" sldId="346"/>
            <ac:graphicFrameMk id="5" creationId="{92E98CD8-50F1-A53E-D82F-3553D1C37592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4C2BD0-6B83-41AF-994C-82498C237C23}" type="datetimeFigureOut">
              <a:rPr lang="sv-SE" smtClean="0"/>
              <a:t>2025-03-04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0AA5DA-8071-4BB5-8256-2D641F10530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99901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55E37-3BC7-1B56-FADF-E00480846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74D5D0-934F-7D86-6F97-5DD6A37AA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83E27-60FD-E4A9-B207-ECFC41A69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FB5E9-E591-4A63-8F54-E0760BD4E6F5}" type="datetimeFigureOut">
              <a:rPr lang="sv-SE" smtClean="0"/>
              <a:t>2025-03-04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B2AAB-F461-943E-7E4D-9CF5E98FE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964E8-CB80-84DC-01EB-B5F449665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FD27-F731-4600-9B63-8407DAB5B8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57993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43392-81A7-10F4-828D-8E37DC138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669EA-9BC6-47B5-BE71-735090159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26EF6-9170-A28A-ACD6-5867442C3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FB5E9-E591-4A63-8F54-E0760BD4E6F5}" type="datetimeFigureOut">
              <a:rPr lang="sv-SE" smtClean="0"/>
              <a:t>2025-03-04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48BA7-6409-8FAA-D7F6-606414305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16A7C-DC33-77EC-94D4-959AD57BB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FD27-F731-4600-9B63-8407DAB5B8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62156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D26A9-4F72-207F-CF03-05AFD0BDF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A7409-4B06-C14B-4D7F-6E302D065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75EFA-8C9E-3747-D911-37CCD876B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FB5E9-E591-4A63-8F54-E0760BD4E6F5}" type="datetimeFigureOut">
              <a:rPr lang="sv-SE" smtClean="0"/>
              <a:t>2025-03-04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EA453-3336-A18D-5829-1D2CB3214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83A71-DA47-A81E-2967-CBA5A62AC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FD27-F731-4600-9B63-8407DAB5B8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6707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278C9-0F5F-B2A9-5244-581133D53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BBE66-A565-6F94-55E5-7BFFAC2734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72C8D2-8600-853B-3596-48F5B17CE6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EAC79F-E28F-18FA-FC4B-4CE5F050A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FB5E9-E591-4A63-8F54-E0760BD4E6F5}" type="datetimeFigureOut">
              <a:rPr lang="sv-SE" smtClean="0"/>
              <a:t>2025-03-04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AE9F1-DD6C-70B1-2FD2-026A05645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426EE-D495-27AF-5324-E08377B18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FD27-F731-4600-9B63-8407DAB5B8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40024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9010E-4F7D-7EB3-F57A-EA94FB6F6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47AE2-8979-A767-A245-5C07960DA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A6B72C-1BD7-4319-E358-AE518B19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5ECDDE-37D5-2C50-7772-8A6B112D37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6C79D-1179-0BD3-7A75-FD185A3BB6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6DC7E1-8132-1BDC-3306-2566729B2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FB5E9-E591-4A63-8F54-E0760BD4E6F5}" type="datetimeFigureOut">
              <a:rPr lang="sv-SE" smtClean="0"/>
              <a:t>2025-03-04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495325-E369-6453-07F2-8F88CB9C4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BC98FC-AB24-C756-DB20-A47F250D2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FD27-F731-4600-9B63-8407DAB5B8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63914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82362-E38F-9031-473A-03027FBB7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3F8B95-ADF9-13BB-2E97-150A0210B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FB5E9-E591-4A63-8F54-E0760BD4E6F5}" type="datetimeFigureOut">
              <a:rPr lang="sv-SE" smtClean="0"/>
              <a:t>2025-03-04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A74533-7635-7EB5-AFCE-71FA1DCD1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D11EB9-C5CF-82A0-EE24-CCE3C90F9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FD27-F731-4600-9B63-8407DAB5B8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14257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478C92-3A2B-C281-B40D-96FC61167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FB5E9-E591-4A63-8F54-E0760BD4E6F5}" type="datetimeFigureOut">
              <a:rPr lang="sv-SE" smtClean="0"/>
              <a:t>2025-03-04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54E171-65D3-EC22-FFF9-5D39A60F3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54499-BFCB-74B8-99C2-901A57A98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FD27-F731-4600-9B63-8407DAB5B8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89418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8C147-4FB8-53B7-4444-BA843948A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3CEBF-68BD-660A-AE28-19BA49F9E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1121E9-2C48-0010-09FB-7CC030183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18D3BF-86B6-7571-43BC-D16B08B5A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FB5E9-E591-4A63-8F54-E0760BD4E6F5}" type="datetimeFigureOut">
              <a:rPr lang="sv-SE" smtClean="0"/>
              <a:t>2025-03-04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30DF8-924E-99C1-87A8-0BBFEB75A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A12E0-46EF-7C3D-BD01-01640A63D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FD27-F731-4600-9B63-8407DAB5B8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81636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B847-53AC-ED01-934E-7451D8600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E9471A-DE92-C0D8-4241-E8AB05AB6D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5741C2-035F-0A21-A42A-80649E4E3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A2175F-3360-AEB0-6817-52469BFF7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FB5E9-E591-4A63-8F54-E0760BD4E6F5}" type="datetimeFigureOut">
              <a:rPr lang="sv-SE" smtClean="0"/>
              <a:t>2025-03-04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D490F-51B3-E571-232A-DA6C5C4B5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FA7455-7E20-CFF8-C922-9DAA5741E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FD27-F731-4600-9B63-8407DAB5B8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09425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3689C-8527-A7BB-5F05-BDF85F47E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DC128-2EC9-F240-07FD-CBC0539C2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E504A-AAD0-0013-B97B-832816E7F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FB5E9-E591-4A63-8F54-E0760BD4E6F5}" type="datetimeFigureOut">
              <a:rPr lang="sv-SE" smtClean="0"/>
              <a:t>2025-03-04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1A452-4347-BFA3-3008-DF7C40FE2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5EC4F-336E-2763-4032-4251FD443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FD27-F731-4600-9B63-8407DAB5B8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62804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6BEDE4-43F4-5D98-0CF3-486431750D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C0E307-287D-D232-A32D-A5DB293D9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FF826-7A5F-4CE0-83BE-FCF599068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FB5E9-E591-4A63-8F54-E0760BD4E6F5}" type="datetimeFigureOut">
              <a:rPr lang="sv-SE" smtClean="0"/>
              <a:t>2025-03-04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92388-9A15-0215-799A-20482EFD8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233BC-6CF7-C8AF-7429-0BA10B027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FD27-F731-4600-9B63-8407DAB5B8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82735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EDDA7D-111B-22F9-3A50-6CAB31A9B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CA3B2-A644-736E-FFD0-D9090FD33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E1916-6730-7848-55EA-97D3DA2B5B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3FB5E9-E591-4A63-8F54-E0760BD4E6F5}" type="datetimeFigureOut">
              <a:rPr lang="sv-SE" smtClean="0"/>
              <a:t>2025-03-04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139BD-824A-91CB-D8BE-D257A51F69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F65D6-04FE-B9E2-6C3D-AA6EB992EA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BEFD27-F731-4600-9B63-8407DAB5B8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39377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51F73-5580-5160-E412-07C8C919F6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sv-SE" dirty="0" err="1"/>
              <a:t>Machine</a:t>
            </a:r>
            <a:r>
              <a:rPr lang="sv-SE" dirty="0"/>
              <a:t>-Independent </a:t>
            </a:r>
            <a:r>
              <a:rPr lang="sv-SE" dirty="0" err="1"/>
              <a:t>Optimizations</a:t>
            </a:r>
            <a:endParaRPr lang="sv-S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53395B-C742-33B2-B030-3CF9F80812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7241" y="4238624"/>
            <a:ext cx="10574446" cy="1019175"/>
          </a:xfrm>
        </p:spPr>
        <p:txBody>
          <a:bodyPr>
            <a:normAutofit/>
          </a:bodyPr>
          <a:lstStyle/>
          <a:p>
            <a:r>
              <a:rPr lang="sv-SE" dirty="0"/>
              <a:t>Lars Lundberg</a:t>
            </a:r>
          </a:p>
        </p:txBody>
      </p:sp>
    </p:spTree>
    <p:extLst>
      <p:ext uri="{BB962C8B-B14F-4D97-AF65-F5344CB8AC3E}">
        <p14:creationId xmlns:p14="http://schemas.microsoft.com/office/powerpoint/2010/main" val="1098708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81636-71B7-621B-2B0F-11A6D01AC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The Principal </a:t>
            </a:r>
            <a:r>
              <a:rPr lang="sv-SE" dirty="0" err="1"/>
              <a:t>Sources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Optimizations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FB835-3123-445F-6238-DFCA44E63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A compiler optimization must preserve the semantics of the original program</a:t>
            </a:r>
          </a:p>
          <a:p>
            <a:r>
              <a:rPr lang="en-GB" dirty="0"/>
              <a:t>The main idea is to remove redundant operations</a:t>
            </a:r>
          </a:p>
          <a:p>
            <a:r>
              <a:rPr lang="en-GB" dirty="0"/>
              <a:t>One example of such redundancies is address calculations</a:t>
            </a:r>
          </a:p>
          <a:p>
            <a:r>
              <a:rPr lang="en-GB" dirty="0"/>
              <a:t>In C/C++ it is often possible for the programmer to eliminate such redundancies through explicit pointer arithmetic in the code. However, this will make the program harder to understand and maintain</a:t>
            </a:r>
          </a:p>
          <a:p>
            <a:r>
              <a:rPr lang="en-GB" dirty="0"/>
              <a:t>By having the compiler eliminate such redundancies, we get the best of both worlds: the programs are both efficient and easy to maintain. </a:t>
            </a:r>
          </a:p>
        </p:txBody>
      </p:sp>
    </p:spTree>
    <p:extLst>
      <p:ext uri="{BB962C8B-B14F-4D97-AF65-F5344CB8AC3E}">
        <p14:creationId xmlns:p14="http://schemas.microsoft.com/office/powerpoint/2010/main" val="4172008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B49CE-BD80-67BE-F5D6-843551C89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Example</a:t>
            </a:r>
            <a:r>
              <a:rPr lang="sv-SE" dirty="0"/>
              <a:t> C program: Quicksort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60A4A-3C1C-15AF-6D58-671A2D836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sv-SE" dirty="0" err="1"/>
              <a:t>void</a:t>
            </a:r>
            <a:r>
              <a:rPr lang="sv-SE" dirty="0"/>
              <a:t> </a:t>
            </a:r>
            <a:r>
              <a:rPr lang="sv-SE" dirty="0" err="1"/>
              <a:t>quicksort</a:t>
            </a:r>
            <a:r>
              <a:rPr lang="sv-SE" dirty="0"/>
              <a:t>(</a:t>
            </a:r>
            <a:r>
              <a:rPr lang="sv-SE" dirty="0" err="1"/>
              <a:t>int</a:t>
            </a:r>
            <a:r>
              <a:rPr lang="sv-SE" dirty="0"/>
              <a:t> m, </a:t>
            </a:r>
            <a:r>
              <a:rPr lang="sv-SE" dirty="0" err="1"/>
              <a:t>int</a:t>
            </a:r>
            <a:r>
              <a:rPr lang="sv-SE" dirty="0"/>
              <a:t> n) { 		 // </a:t>
            </a:r>
            <a:r>
              <a:rPr lang="sv-SE" dirty="0" err="1"/>
              <a:t>recursively</a:t>
            </a:r>
            <a:r>
              <a:rPr lang="sv-SE" dirty="0"/>
              <a:t> sorts a[m] </a:t>
            </a:r>
            <a:r>
              <a:rPr lang="sv-SE" dirty="0" err="1"/>
              <a:t>through</a:t>
            </a:r>
            <a:r>
              <a:rPr lang="sv-SE" dirty="0"/>
              <a:t> a[n]</a:t>
            </a:r>
            <a:br>
              <a:rPr lang="sv-SE" dirty="0"/>
            </a:br>
            <a:r>
              <a:rPr lang="sv-SE" dirty="0"/>
              <a:t>     </a:t>
            </a:r>
            <a:r>
              <a:rPr lang="sv-SE" dirty="0" err="1"/>
              <a:t>int</a:t>
            </a:r>
            <a:r>
              <a:rPr lang="sv-SE" dirty="0"/>
              <a:t> i, j, v, x;				 // </a:t>
            </a:r>
            <a:r>
              <a:rPr lang="sv-SE" dirty="0" err="1"/>
              <a:t>integers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4 bytes long</a:t>
            </a:r>
          </a:p>
          <a:p>
            <a:pPr marL="0" indent="0">
              <a:buNone/>
            </a:pPr>
            <a:r>
              <a:rPr lang="sv-SE" dirty="0"/>
              <a:t>     </a:t>
            </a:r>
            <a:r>
              <a:rPr lang="sv-SE" dirty="0" err="1"/>
              <a:t>if</a:t>
            </a:r>
            <a:r>
              <a:rPr lang="sv-SE" dirty="0"/>
              <a:t> (n &lt;= m) </a:t>
            </a:r>
            <a:r>
              <a:rPr lang="sv-SE" dirty="0" err="1"/>
              <a:t>return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     i =m-1; j = n; v = a[n];						</a:t>
            </a:r>
          </a:p>
          <a:p>
            <a:pPr marL="0" indent="0">
              <a:buNone/>
            </a:pPr>
            <a:r>
              <a:rPr lang="sv-SE" dirty="0"/>
              <a:t>     </a:t>
            </a:r>
            <a:r>
              <a:rPr lang="sv-SE" dirty="0" err="1"/>
              <a:t>while</a:t>
            </a:r>
            <a:r>
              <a:rPr lang="sv-SE" dirty="0"/>
              <a:t> (1) {</a:t>
            </a:r>
          </a:p>
          <a:p>
            <a:pPr marL="0" indent="0">
              <a:buNone/>
            </a:pPr>
            <a:r>
              <a:rPr lang="sv-SE" dirty="0"/>
              <a:t>	do i = i+1 </a:t>
            </a:r>
            <a:r>
              <a:rPr lang="sv-SE" dirty="0" err="1"/>
              <a:t>while</a:t>
            </a:r>
            <a:r>
              <a:rPr lang="sv-SE" dirty="0"/>
              <a:t> (a[i] &lt; v); do j = j-1 </a:t>
            </a:r>
            <a:r>
              <a:rPr lang="sv-SE" dirty="0" err="1"/>
              <a:t>while</a:t>
            </a:r>
            <a:r>
              <a:rPr lang="sv-SE" dirty="0"/>
              <a:t> (a[j] &gt; v); 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if</a:t>
            </a:r>
            <a:r>
              <a:rPr lang="sv-SE" dirty="0"/>
              <a:t> (i &gt;= j) break;						</a:t>
            </a:r>
          </a:p>
          <a:p>
            <a:pPr marL="0" indent="0">
              <a:buNone/>
            </a:pPr>
            <a:r>
              <a:rPr lang="sv-SE" dirty="0"/>
              <a:t>	x = a[i]; a[i] = a[j]; a[j] = x; 	// swap a[i] and a[j]  	</a:t>
            </a:r>
          </a:p>
          <a:p>
            <a:pPr marL="0" indent="0">
              <a:buNone/>
            </a:pPr>
            <a:r>
              <a:rPr lang="sv-SE" dirty="0"/>
              <a:t>     }</a:t>
            </a:r>
          </a:p>
          <a:p>
            <a:pPr marL="0" indent="0">
              <a:buNone/>
            </a:pPr>
            <a:r>
              <a:rPr lang="sv-SE" dirty="0"/>
              <a:t>     x = a[i]; a[i] = a[n]; a[n] = x; 		// swap a[i] and a[n]	</a:t>
            </a:r>
          </a:p>
          <a:p>
            <a:pPr marL="0" indent="0">
              <a:buNone/>
            </a:pPr>
            <a:r>
              <a:rPr lang="sv-SE" dirty="0"/>
              <a:t>     </a:t>
            </a:r>
            <a:r>
              <a:rPr lang="sv-SE" dirty="0" err="1"/>
              <a:t>quicksort</a:t>
            </a:r>
            <a:r>
              <a:rPr lang="sv-SE" dirty="0"/>
              <a:t>(</a:t>
            </a:r>
            <a:r>
              <a:rPr lang="sv-SE" dirty="0" err="1"/>
              <a:t>m,j</a:t>
            </a:r>
            <a:r>
              <a:rPr lang="sv-SE" dirty="0"/>
              <a:t>); </a:t>
            </a:r>
            <a:r>
              <a:rPr lang="sv-SE" dirty="0" err="1"/>
              <a:t>quicksort</a:t>
            </a:r>
            <a:r>
              <a:rPr lang="sv-SE" dirty="0"/>
              <a:t>(i+1,n)</a:t>
            </a:r>
          </a:p>
          <a:p>
            <a:pPr marL="0" indent="0">
              <a:buNone/>
            </a:pPr>
            <a:r>
              <a:rPr lang="sv-SE" dirty="0"/>
              <a:t>}</a:t>
            </a:r>
          </a:p>
          <a:p>
            <a:pPr marL="0" indent="0">
              <a:buNone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72871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C730A-B96D-FE39-188A-0844C1324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9C848-B953-CF67-274D-C373DDA75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Example</a:t>
            </a:r>
            <a:r>
              <a:rPr lang="sv-SE" dirty="0"/>
              <a:t> C program: Quicksort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53BD9-DEA8-3C43-6F12-1C1B43FD1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sv-SE" dirty="0" err="1"/>
              <a:t>void</a:t>
            </a:r>
            <a:r>
              <a:rPr lang="sv-SE" dirty="0"/>
              <a:t> </a:t>
            </a:r>
            <a:r>
              <a:rPr lang="sv-SE" dirty="0" err="1"/>
              <a:t>quicksort</a:t>
            </a:r>
            <a:r>
              <a:rPr lang="sv-SE" dirty="0"/>
              <a:t>(</a:t>
            </a:r>
            <a:r>
              <a:rPr lang="sv-SE" dirty="0" err="1"/>
              <a:t>int</a:t>
            </a:r>
            <a:r>
              <a:rPr lang="sv-SE" dirty="0"/>
              <a:t> m, </a:t>
            </a:r>
            <a:r>
              <a:rPr lang="sv-SE" dirty="0" err="1"/>
              <a:t>int</a:t>
            </a:r>
            <a:r>
              <a:rPr lang="sv-SE" dirty="0"/>
              <a:t> n) { 		// </a:t>
            </a:r>
            <a:r>
              <a:rPr lang="sv-SE" dirty="0" err="1"/>
              <a:t>recursively</a:t>
            </a:r>
            <a:r>
              <a:rPr lang="sv-SE" dirty="0"/>
              <a:t> sorts a[m] </a:t>
            </a:r>
            <a:r>
              <a:rPr lang="sv-SE" dirty="0" err="1"/>
              <a:t>through</a:t>
            </a:r>
            <a:r>
              <a:rPr lang="sv-SE" dirty="0"/>
              <a:t> a[n]</a:t>
            </a:r>
            <a:br>
              <a:rPr lang="sv-SE" dirty="0"/>
            </a:br>
            <a:r>
              <a:rPr lang="sv-SE" dirty="0"/>
              <a:t>     </a:t>
            </a:r>
            <a:r>
              <a:rPr lang="sv-SE" dirty="0" err="1"/>
              <a:t>int</a:t>
            </a:r>
            <a:r>
              <a:rPr lang="sv-SE" dirty="0"/>
              <a:t> i, j, v, x;				// </a:t>
            </a:r>
            <a:r>
              <a:rPr lang="sv-SE" dirty="0" err="1"/>
              <a:t>integers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4 bytes long</a:t>
            </a:r>
          </a:p>
          <a:p>
            <a:pPr marL="0" indent="0">
              <a:buNone/>
            </a:pPr>
            <a:r>
              <a:rPr lang="sv-SE" dirty="0"/>
              <a:t>     </a:t>
            </a:r>
            <a:r>
              <a:rPr lang="sv-SE" dirty="0" err="1"/>
              <a:t>if</a:t>
            </a:r>
            <a:r>
              <a:rPr lang="sv-SE" dirty="0"/>
              <a:t> (n &lt;= m) </a:t>
            </a:r>
            <a:r>
              <a:rPr lang="sv-SE" dirty="0" err="1"/>
              <a:t>return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     </a:t>
            </a:r>
            <a:r>
              <a:rPr lang="sv-SE" dirty="0">
                <a:highlight>
                  <a:srgbClr val="FFFF00"/>
                </a:highlight>
              </a:rPr>
              <a:t>i =m-1; j = n; v = a[n];	</a:t>
            </a:r>
            <a:r>
              <a:rPr lang="sv-SE" dirty="0"/>
              <a:t>					// Block  </a:t>
            </a:r>
            <a:r>
              <a:rPr lang="sv-SE" dirty="0">
                <a:highlight>
                  <a:srgbClr val="FFFF00"/>
                </a:highlight>
              </a:rPr>
              <a:t>B1</a:t>
            </a:r>
          </a:p>
          <a:p>
            <a:pPr marL="0" indent="0">
              <a:buNone/>
            </a:pPr>
            <a:r>
              <a:rPr lang="sv-SE" dirty="0"/>
              <a:t>     </a:t>
            </a:r>
            <a:r>
              <a:rPr lang="sv-SE" dirty="0" err="1"/>
              <a:t>while</a:t>
            </a:r>
            <a:r>
              <a:rPr lang="sv-SE" dirty="0"/>
              <a:t> (1) {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>
                <a:highlight>
                  <a:srgbClr val="00FF00"/>
                </a:highlight>
              </a:rPr>
              <a:t>do i = i+1 </a:t>
            </a:r>
            <a:r>
              <a:rPr lang="sv-SE" dirty="0" err="1">
                <a:highlight>
                  <a:srgbClr val="00FF00"/>
                </a:highlight>
              </a:rPr>
              <a:t>while</a:t>
            </a:r>
            <a:r>
              <a:rPr lang="sv-SE" dirty="0">
                <a:highlight>
                  <a:srgbClr val="00FF00"/>
                </a:highlight>
              </a:rPr>
              <a:t> (a[i] &lt; v)</a:t>
            </a:r>
            <a:r>
              <a:rPr lang="sv-SE" dirty="0"/>
              <a:t>; </a:t>
            </a:r>
            <a:r>
              <a:rPr lang="sv-SE" dirty="0">
                <a:highlight>
                  <a:srgbClr val="00FFFF"/>
                </a:highlight>
              </a:rPr>
              <a:t>do j = j-1 </a:t>
            </a:r>
            <a:r>
              <a:rPr lang="sv-SE" dirty="0" err="1">
                <a:highlight>
                  <a:srgbClr val="00FFFF"/>
                </a:highlight>
              </a:rPr>
              <a:t>while</a:t>
            </a:r>
            <a:r>
              <a:rPr lang="sv-SE" dirty="0">
                <a:highlight>
                  <a:srgbClr val="00FFFF"/>
                </a:highlight>
              </a:rPr>
              <a:t> (a[j] &gt; v); </a:t>
            </a:r>
            <a:r>
              <a:rPr lang="sv-SE" dirty="0"/>
              <a:t>	// Block </a:t>
            </a:r>
            <a:r>
              <a:rPr lang="sv-SE" dirty="0">
                <a:highlight>
                  <a:srgbClr val="00FF00"/>
                </a:highlight>
              </a:rPr>
              <a:t>B2</a:t>
            </a:r>
            <a:r>
              <a:rPr lang="sv-SE" dirty="0"/>
              <a:t> and  </a:t>
            </a:r>
            <a:r>
              <a:rPr lang="sv-SE" dirty="0">
                <a:highlight>
                  <a:srgbClr val="00FFFF"/>
                </a:highlight>
              </a:rPr>
              <a:t>B3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>
                <a:highlight>
                  <a:srgbClr val="FF00FF"/>
                </a:highlight>
              </a:rPr>
              <a:t>if</a:t>
            </a:r>
            <a:r>
              <a:rPr lang="sv-SE" dirty="0">
                <a:highlight>
                  <a:srgbClr val="FF00FF"/>
                </a:highlight>
              </a:rPr>
              <a:t> (i &gt;= j) break</a:t>
            </a:r>
            <a:r>
              <a:rPr lang="sv-SE" dirty="0"/>
              <a:t>;						// Block </a:t>
            </a:r>
            <a:r>
              <a:rPr lang="sv-SE" dirty="0">
                <a:highlight>
                  <a:srgbClr val="FF00FF"/>
                </a:highlight>
              </a:rPr>
              <a:t>B4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>
                <a:highlight>
                  <a:srgbClr val="FF0000"/>
                </a:highlight>
              </a:rPr>
              <a:t>x = a[i]; a[i] = a[j]; a[j] = x; </a:t>
            </a:r>
            <a:r>
              <a:rPr lang="sv-SE" dirty="0"/>
              <a:t>	// swap a[i] and a[j]  	// Block </a:t>
            </a:r>
            <a:r>
              <a:rPr lang="sv-SE" dirty="0">
                <a:highlight>
                  <a:srgbClr val="FF0000"/>
                </a:highlight>
              </a:rPr>
              <a:t>B5</a:t>
            </a:r>
          </a:p>
          <a:p>
            <a:pPr marL="0" indent="0">
              <a:buNone/>
            </a:pPr>
            <a:r>
              <a:rPr lang="sv-SE" dirty="0"/>
              <a:t>     }</a:t>
            </a:r>
          </a:p>
          <a:p>
            <a:pPr marL="0" indent="0">
              <a:buNone/>
            </a:pPr>
            <a:r>
              <a:rPr lang="sv-SE" dirty="0"/>
              <a:t>     </a:t>
            </a:r>
            <a:r>
              <a:rPr lang="sv-SE" dirty="0">
                <a:highlight>
                  <a:srgbClr val="0000FF"/>
                </a:highlight>
              </a:rPr>
              <a:t>x = a[i]; a[i] = a[n]; a[n] = x; </a:t>
            </a:r>
            <a:r>
              <a:rPr lang="sv-SE" dirty="0"/>
              <a:t>		// swap a[i] and a[n]	// Block </a:t>
            </a:r>
            <a:r>
              <a:rPr lang="sv-SE" dirty="0">
                <a:highlight>
                  <a:srgbClr val="0000FF"/>
                </a:highlight>
              </a:rPr>
              <a:t>B6</a:t>
            </a:r>
          </a:p>
          <a:p>
            <a:pPr marL="0" indent="0">
              <a:buNone/>
            </a:pPr>
            <a:r>
              <a:rPr lang="sv-SE" dirty="0"/>
              <a:t>     </a:t>
            </a:r>
            <a:r>
              <a:rPr lang="sv-SE" dirty="0" err="1"/>
              <a:t>quicksort</a:t>
            </a:r>
            <a:r>
              <a:rPr lang="sv-SE" dirty="0"/>
              <a:t>(</a:t>
            </a:r>
            <a:r>
              <a:rPr lang="sv-SE" dirty="0" err="1"/>
              <a:t>m,j</a:t>
            </a:r>
            <a:r>
              <a:rPr lang="sv-SE" dirty="0"/>
              <a:t>); </a:t>
            </a:r>
            <a:r>
              <a:rPr lang="sv-SE" dirty="0" err="1"/>
              <a:t>quicksort</a:t>
            </a:r>
            <a:r>
              <a:rPr lang="sv-SE" dirty="0"/>
              <a:t>(i+1,n)</a:t>
            </a:r>
          </a:p>
          <a:p>
            <a:pPr marL="0" indent="0">
              <a:buNone/>
            </a:pPr>
            <a:r>
              <a:rPr lang="sv-SE" dirty="0"/>
              <a:t>}</a:t>
            </a:r>
          </a:p>
          <a:p>
            <a:pPr marL="0" indent="0">
              <a:buNone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558096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E976486-208E-D3F7-A2A0-6780A1A42A0D}"/>
              </a:ext>
            </a:extLst>
          </p:cNvPr>
          <p:cNvGrpSpPr/>
          <p:nvPr/>
        </p:nvGrpSpPr>
        <p:grpSpPr>
          <a:xfrm>
            <a:off x="522149" y="666491"/>
            <a:ext cx="1918448" cy="1281953"/>
            <a:chOff x="860611" y="573741"/>
            <a:chExt cx="1353671" cy="1281953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FB3C687-F5AD-20B0-63B4-557984F96CBB}"/>
                </a:ext>
              </a:extLst>
            </p:cNvPr>
            <p:cNvSpPr txBox="1"/>
            <p:nvPr/>
          </p:nvSpPr>
          <p:spPr>
            <a:xfrm>
              <a:off x="941293" y="614553"/>
              <a:ext cx="119230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dirty="0"/>
                <a:t>i = m-1</a:t>
              </a:r>
            </a:p>
            <a:p>
              <a:r>
                <a:rPr lang="sv-SE" dirty="0"/>
                <a:t>j = n</a:t>
              </a:r>
            </a:p>
            <a:p>
              <a:r>
                <a:rPr lang="sv-SE" dirty="0"/>
                <a:t>t1 = 4*n</a:t>
              </a:r>
            </a:p>
            <a:p>
              <a:r>
                <a:rPr lang="sv-SE" dirty="0"/>
                <a:t>v = a[t1] 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6F6F696-3E66-84A2-CDDF-0A771043C59F}"/>
                </a:ext>
              </a:extLst>
            </p:cNvPr>
            <p:cNvSpPr/>
            <p:nvPr/>
          </p:nvSpPr>
          <p:spPr>
            <a:xfrm>
              <a:off x="860611" y="573741"/>
              <a:ext cx="1353671" cy="128195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2B9F5820-62EB-58E8-D7BA-5AEEFB7CBB60}"/>
              </a:ext>
            </a:extLst>
          </p:cNvPr>
          <p:cNvSpPr/>
          <p:nvPr/>
        </p:nvSpPr>
        <p:spPr>
          <a:xfrm>
            <a:off x="4177552" y="3647695"/>
            <a:ext cx="1918448" cy="25549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55A7FA-1C34-6673-CDBD-9039DF67354E}"/>
              </a:ext>
            </a:extLst>
          </p:cNvPr>
          <p:cNvSpPr/>
          <p:nvPr/>
        </p:nvSpPr>
        <p:spPr>
          <a:xfrm>
            <a:off x="8677835" y="706545"/>
            <a:ext cx="1918448" cy="12819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A88765-040B-CCCB-8488-8DCE366765F7}"/>
              </a:ext>
            </a:extLst>
          </p:cNvPr>
          <p:cNvSpPr/>
          <p:nvPr/>
        </p:nvSpPr>
        <p:spPr>
          <a:xfrm>
            <a:off x="4177552" y="711947"/>
            <a:ext cx="1918448" cy="12819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2D41F8-2876-1019-7CE6-7D9C37B4DBCB}"/>
              </a:ext>
            </a:extLst>
          </p:cNvPr>
          <p:cNvSpPr txBox="1"/>
          <p:nvPr/>
        </p:nvSpPr>
        <p:spPr>
          <a:xfrm>
            <a:off x="8792179" y="703389"/>
            <a:ext cx="1689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j = j-1</a:t>
            </a:r>
          </a:p>
          <a:p>
            <a:r>
              <a:rPr lang="sv-SE" dirty="0"/>
              <a:t>t4 = 4*j</a:t>
            </a:r>
          </a:p>
          <a:p>
            <a:r>
              <a:rPr lang="sv-SE" dirty="0"/>
              <a:t>t5 = a[t4] </a:t>
            </a:r>
          </a:p>
          <a:p>
            <a:r>
              <a:rPr lang="sv-SE" dirty="0"/>
              <a:t>If t5 &gt; v </a:t>
            </a:r>
            <a:r>
              <a:rPr lang="sv-SE" dirty="0" err="1"/>
              <a:t>goto</a:t>
            </a:r>
            <a:r>
              <a:rPr lang="sv-SE" dirty="0"/>
              <a:t> B3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D91BA8-8576-C095-CEF6-6E15E51824B0}"/>
              </a:ext>
            </a:extLst>
          </p:cNvPr>
          <p:cNvSpPr txBox="1"/>
          <p:nvPr/>
        </p:nvSpPr>
        <p:spPr>
          <a:xfrm>
            <a:off x="4280426" y="694474"/>
            <a:ext cx="1689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i = i+1</a:t>
            </a:r>
          </a:p>
          <a:p>
            <a:r>
              <a:rPr lang="sv-SE" dirty="0"/>
              <a:t>t2 = 4*i</a:t>
            </a:r>
          </a:p>
          <a:p>
            <a:r>
              <a:rPr lang="sv-SE" dirty="0"/>
              <a:t>t3 = a[t2] </a:t>
            </a:r>
          </a:p>
          <a:p>
            <a:r>
              <a:rPr lang="sv-SE" dirty="0"/>
              <a:t>If t3 &lt; v </a:t>
            </a:r>
            <a:r>
              <a:rPr lang="sv-SE" dirty="0" err="1"/>
              <a:t>goto</a:t>
            </a:r>
            <a:r>
              <a:rPr lang="sv-SE" dirty="0"/>
              <a:t> B2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D56242-9831-7A8C-1E9F-80A877C8B117}"/>
              </a:ext>
            </a:extLst>
          </p:cNvPr>
          <p:cNvSpPr/>
          <p:nvPr/>
        </p:nvSpPr>
        <p:spPr>
          <a:xfrm>
            <a:off x="8677835" y="3661613"/>
            <a:ext cx="1918448" cy="25549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C4F771-F344-68F4-3EC1-B84437304B6E}"/>
              </a:ext>
            </a:extLst>
          </p:cNvPr>
          <p:cNvSpPr txBox="1"/>
          <p:nvPr/>
        </p:nvSpPr>
        <p:spPr>
          <a:xfrm>
            <a:off x="4291896" y="3661613"/>
            <a:ext cx="16897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t6 = 4*i</a:t>
            </a:r>
          </a:p>
          <a:p>
            <a:r>
              <a:rPr lang="sv-SE" dirty="0"/>
              <a:t>x = a[t6]</a:t>
            </a:r>
          </a:p>
          <a:p>
            <a:r>
              <a:rPr lang="sv-SE" dirty="0"/>
              <a:t>t7 = 4*i</a:t>
            </a:r>
          </a:p>
          <a:p>
            <a:r>
              <a:rPr lang="sv-SE" dirty="0"/>
              <a:t>t8 = 4*j</a:t>
            </a:r>
          </a:p>
          <a:p>
            <a:r>
              <a:rPr lang="sv-SE" dirty="0"/>
              <a:t>t9 = a[t8]</a:t>
            </a:r>
          </a:p>
          <a:p>
            <a:r>
              <a:rPr lang="sv-SE" dirty="0"/>
              <a:t>a[t7] = t9</a:t>
            </a:r>
          </a:p>
          <a:p>
            <a:r>
              <a:rPr lang="sv-SE" dirty="0"/>
              <a:t>t10 = 4*j</a:t>
            </a:r>
          </a:p>
          <a:p>
            <a:r>
              <a:rPr lang="sv-SE" dirty="0"/>
              <a:t>a[t10] = x</a:t>
            </a:r>
          </a:p>
          <a:p>
            <a:r>
              <a:rPr lang="sv-SE" dirty="0" err="1"/>
              <a:t>goto</a:t>
            </a:r>
            <a:r>
              <a:rPr lang="sv-SE" dirty="0"/>
              <a:t> B2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EC97DB-A794-F28D-59CA-237CA50D9601}"/>
              </a:ext>
            </a:extLst>
          </p:cNvPr>
          <p:cNvSpPr txBox="1"/>
          <p:nvPr/>
        </p:nvSpPr>
        <p:spPr>
          <a:xfrm>
            <a:off x="8792179" y="3647695"/>
            <a:ext cx="16897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t11 = 4*i</a:t>
            </a:r>
          </a:p>
          <a:p>
            <a:r>
              <a:rPr lang="sv-SE" dirty="0"/>
              <a:t>x = a[t11]</a:t>
            </a:r>
          </a:p>
          <a:p>
            <a:r>
              <a:rPr lang="sv-SE" dirty="0"/>
              <a:t>t12 = 4*i</a:t>
            </a:r>
          </a:p>
          <a:p>
            <a:r>
              <a:rPr lang="sv-SE" dirty="0"/>
              <a:t>t13 = 4*j</a:t>
            </a:r>
          </a:p>
          <a:p>
            <a:r>
              <a:rPr lang="sv-SE" dirty="0"/>
              <a:t>t14 = a[t13]</a:t>
            </a:r>
          </a:p>
          <a:p>
            <a:r>
              <a:rPr lang="sv-SE" dirty="0"/>
              <a:t>a[t12] = t14</a:t>
            </a:r>
          </a:p>
          <a:p>
            <a:r>
              <a:rPr lang="sv-SE" dirty="0"/>
              <a:t>t15 = 4*n</a:t>
            </a:r>
          </a:p>
          <a:p>
            <a:r>
              <a:rPr lang="sv-SE" dirty="0"/>
              <a:t>a[t15] = 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7E3060-86B9-C33F-B30A-BE160D7BCD2D}"/>
              </a:ext>
            </a:extLst>
          </p:cNvPr>
          <p:cNvSpPr/>
          <p:nvPr/>
        </p:nvSpPr>
        <p:spPr>
          <a:xfrm>
            <a:off x="6525824" y="2561896"/>
            <a:ext cx="1918448" cy="606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806A2E-1B2D-3AD3-DCE4-21941FEDB588}"/>
              </a:ext>
            </a:extLst>
          </p:cNvPr>
          <p:cNvSpPr txBox="1"/>
          <p:nvPr/>
        </p:nvSpPr>
        <p:spPr>
          <a:xfrm>
            <a:off x="6637283" y="2751083"/>
            <a:ext cx="1602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If i &gt;= j </a:t>
            </a:r>
            <a:r>
              <a:rPr lang="sv-SE" dirty="0" err="1"/>
              <a:t>goto</a:t>
            </a:r>
            <a:r>
              <a:rPr lang="sv-SE" dirty="0"/>
              <a:t> B6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1F349E-26E3-201B-C0DC-98CCCF0ED2A5}"/>
              </a:ext>
            </a:extLst>
          </p:cNvPr>
          <p:cNvSpPr txBox="1"/>
          <p:nvPr/>
        </p:nvSpPr>
        <p:spPr>
          <a:xfrm>
            <a:off x="291512" y="256347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B1: i =m-1; j = n; v = a[n];	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65E59A0-1EBE-8DE2-7EAC-5C5D32EBE75C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440597" y="1307467"/>
            <a:ext cx="161114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1302BF1-BE11-43DB-F636-9802039F7550}"/>
              </a:ext>
            </a:extLst>
          </p:cNvPr>
          <p:cNvSpPr/>
          <p:nvPr/>
        </p:nvSpPr>
        <p:spPr>
          <a:xfrm>
            <a:off x="3532843" y="70948"/>
            <a:ext cx="2992981" cy="890749"/>
          </a:xfrm>
          <a:custGeom>
            <a:avLst/>
            <a:gdLst>
              <a:gd name="connsiteX0" fmla="*/ 2560529 w 2987059"/>
              <a:gd name="connsiteY0" fmla="*/ 633941 h 681238"/>
              <a:gd name="connsiteX1" fmla="*/ 2986198 w 2987059"/>
              <a:gd name="connsiteY1" fmla="*/ 428989 h 681238"/>
              <a:gd name="connsiteX2" fmla="*/ 2568412 w 2987059"/>
              <a:gd name="connsiteY2" fmla="*/ 42734 h 681238"/>
              <a:gd name="connsiteX3" fmla="*/ 290295 w 2987059"/>
              <a:gd name="connsiteY3" fmla="*/ 66382 h 681238"/>
              <a:gd name="connsiteX4" fmla="*/ 61695 w 2987059"/>
              <a:gd name="connsiteY4" fmla="*/ 547231 h 681238"/>
              <a:gd name="connsiteX5" fmla="*/ 574074 w 2987059"/>
              <a:gd name="connsiteY5" fmla="*/ 681238 h 681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87059" h="681238">
                <a:moveTo>
                  <a:pt x="2560529" y="633941"/>
                </a:moveTo>
                <a:cubicBezTo>
                  <a:pt x="2772706" y="580732"/>
                  <a:pt x="2984884" y="527523"/>
                  <a:pt x="2986198" y="428989"/>
                </a:cubicBezTo>
                <a:cubicBezTo>
                  <a:pt x="2987512" y="330455"/>
                  <a:pt x="3017729" y="103168"/>
                  <a:pt x="2568412" y="42734"/>
                </a:cubicBezTo>
                <a:cubicBezTo>
                  <a:pt x="2119095" y="-17701"/>
                  <a:pt x="708081" y="-17701"/>
                  <a:pt x="290295" y="66382"/>
                </a:cubicBezTo>
                <a:cubicBezTo>
                  <a:pt x="-127491" y="150465"/>
                  <a:pt x="14398" y="444755"/>
                  <a:pt x="61695" y="547231"/>
                </a:cubicBezTo>
                <a:cubicBezTo>
                  <a:pt x="108991" y="649707"/>
                  <a:pt x="341532" y="665472"/>
                  <a:pt x="574074" y="681238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779B15-C530-3C5D-9976-8891930016D5}"/>
              </a:ext>
            </a:extLst>
          </p:cNvPr>
          <p:cNvSpPr txBox="1"/>
          <p:nvPr/>
        </p:nvSpPr>
        <p:spPr>
          <a:xfrm>
            <a:off x="3659448" y="281090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B2: do i = i+1 </a:t>
            </a:r>
            <a:r>
              <a:rPr lang="sv-SE" dirty="0" err="1"/>
              <a:t>while</a:t>
            </a:r>
            <a:r>
              <a:rPr lang="sv-SE" dirty="0"/>
              <a:t> (a[i] &lt; v); 	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EC6B2CE-283D-005D-5272-C5ACAA65E8BE}"/>
              </a:ext>
            </a:extLst>
          </p:cNvPr>
          <p:cNvSpPr/>
          <p:nvPr/>
        </p:nvSpPr>
        <p:spPr>
          <a:xfrm>
            <a:off x="8044409" y="86714"/>
            <a:ext cx="2992981" cy="890749"/>
          </a:xfrm>
          <a:custGeom>
            <a:avLst/>
            <a:gdLst>
              <a:gd name="connsiteX0" fmla="*/ 2560529 w 2987059"/>
              <a:gd name="connsiteY0" fmla="*/ 633941 h 681238"/>
              <a:gd name="connsiteX1" fmla="*/ 2986198 w 2987059"/>
              <a:gd name="connsiteY1" fmla="*/ 428989 h 681238"/>
              <a:gd name="connsiteX2" fmla="*/ 2568412 w 2987059"/>
              <a:gd name="connsiteY2" fmla="*/ 42734 h 681238"/>
              <a:gd name="connsiteX3" fmla="*/ 290295 w 2987059"/>
              <a:gd name="connsiteY3" fmla="*/ 66382 h 681238"/>
              <a:gd name="connsiteX4" fmla="*/ 61695 w 2987059"/>
              <a:gd name="connsiteY4" fmla="*/ 547231 h 681238"/>
              <a:gd name="connsiteX5" fmla="*/ 574074 w 2987059"/>
              <a:gd name="connsiteY5" fmla="*/ 681238 h 681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87059" h="681238">
                <a:moveTo>
                  <a:pt x="2560529" y="633941"/>
                </a:moveTo>
                <a:cubicBezTo>
                  <a:pt x="2772706" y="580732"/>
                  <a:pt x="2984884" y="527523"/>
                  <a:pt x="2986198" y="428989"/>
                </a:cubicBezTo>
                <a:cubicBezTo>
                  <a:pt x="2987512" y="330455"/>
                  <a:pt x="3017729" y="103168"/>
                  <a:pt x="2568412" y="42734"/>
                </a:cubicBezTo>
                <a:cubicBezTo>
                  <a:pt x="2119095" y="-17701"/>
                  <a:pt x="708081" y="-17701"/>
                  <a:pt x="290295" y="66382"/>
                </a:cubicBezTo>
                <a:cubicBezTo>
                  <a:pt x="-127491" y="150465"/>
                  <a:pt x="14398" y="444755"/>
                  <a:pt x="61695" y="547231"/>
                </a:cubicBezTo>
                <a:cubicBezTo>
                  <a:pt x="108991" y="649707"/>
                  <a:pt x="341532" y="665472"/>
                  <a:pt x="574074" y="681238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6A77E6D-FAAF-06B4-1254-A6B1DBD8AC46}"/>
              </a:ext>
            </a:extLst>
          </p:cNvPr>
          <p:cNvCxnSpPr>
            <a:cxnSpLocks/>
          </p:cNvCxnSpPr>
          <p:nvPr/>
        </p:nvCxnSpPr>
        <p:spPr>
          <a:xfrm>
            <a:off x="6096000" y="1307467"/>
            <a:ext cx="24674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AEB7AE4-C869-551A-BC84-2B2B8DC82D48}"/>
              </a:ext>
            </a:extLst>
          </p:cNvPr>
          <p:cNvSpPr txBox="1"/>
          <p:nvPr/>
        </p:nvSpPr>
        <p:spPr>
          <a:xfrm>
            <a:off x="8159731" y="288759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B3: do j = j-1 </a:t>
            </a:r>
            <a:r>
              <a:rPr lang="sv-SE" dirty="0" err="1"/>
              <a:t>while</a:t>
            </a:r>
            <a:r>
              <a:rPr lang="sv-SE" dirty="0"/>
              <a:t> (a[j] &gt; v); 	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AEEF92D-4716-1B53-8BBF-E33D1877C193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7843345" y="1988498"/>
            <a:ext cx="1793714" cy="4866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5A54737-96D2-4513-2ACA-14688BE84274}"/>
              </a:ext>
            </a:extLst>
          </p:cNvPr>
          <p:cNvCxnSpPr>
            <a:cxnSpLocks/>
          </p:cNvCxnSpPr>
          <p:nvPr/>
        </p:nvCxnSpPr>
        <p:spPr>
          <a:xfrm flipH="1">
            <a:off x="5817476" y="3168869"/>
            <a:ext cx="1143000" cy="417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BAB9355-66AE-2B3D-6D96-90E3872DAA57}"/>
              </a:ext>
            </a:extLst>
          </p:cNvPr>
          <p:cNvCxnSpPr/>
          <p:nvPr/>
        </p:nvCxnSpPr>
        <p:spPr>
          <a:xfrm>
            <a:off x="8044409" y="3168869"/>
            <a:ext cx="1028646" cy="417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CF1C1EE-B95B-5DB4-946A-9799E3BE2793}"/>
              </a:ext>
            </a:extLst>
          </p:cNvPr>
          <p:cNvSpPr txBox="1"/>
          <p:nvPr/>
        </p:nvSpPr>
        <p:spPr>
          <a:xfrm>
            <a:off x="5944813" y="216656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B4: </a:t>
            </a:r>
            <a:r>
              <a:rPr lang="sv-SE" dirty="0" err="1"/>
              <a:t>if</a:t>
            </a:r>
            <a:r>
              <a:rPr lang="sv-SE" dirty="0"/>
              <a:t> (i &gt;= j) break 	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DB09821-2281-E3B0-FED5-763173FD218B}"/>
              </a:ext>
            </a:extLst>
          </p:cNvPr>
          <p:cNvCxnSpPr/>
          <p:nvPr/>
        </p:nvCxnSpPr>
        <p:spPr>
          <a:xfrm flipV="1">
            <a:off x="4406462" y="2112579"/>
            <a:ext cx="0" cy="1535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EB29C81-F5D2-4EBE-C532-F5BDF8F0CE7D}"/>
              </a:ext>
            </a:extLst>
          </p:cNvPr>
          <p:cNvSpPr txBox="1"/>
          <p:nvPr/>
        </p:nvSpPr>
        <p:spPr>
          <a:xfrm>
            <a:off x="1222897" y="4617191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B5: x = a[i]; a[i] = a[j]; a[j] = x;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D0D5D14-1787-B4D6-C519-EC3243186B3F}"/>
              </a:ext>
            </a:extLst>
          </p:cNvPr>
          <p:cNvSpPr txBox="1"/>
          <p:nvPr/>
        </p:nvSpPr>
        <p:spPr>
          <a:xfrm>
            <a:off x="9023576" y="3231241"/>
            <a:ext cx="3145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B6: x = a[i]; a[i] = a[n]; a[n] = x; </a:t>
            </a:r>
          </a:p>
        </p:txBody>
      </p:sp>
    </p:spTree>
    <p:extLst>
      <p:ext uri="{BB962C8B-B14F-4D97-AF65-F5344CB8AC3E}">
        <p14:creationId xmlns:p14="http://schemas.microsoft.com/office/powerpoint/2010/main" val="1345891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D77BA-9A4E-DCD6-8316-2B2938083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Local</a:t>
            </a:r>
            <a:r>
              <a:rPr lang="sv-SE" dirty="0"/>
              <a:t> common </a:t>
            </a:r>
            <a:r>
              <a:rPr lang="sv-SE" dirty="0" err="1"/>
              <a:t>subexpression</a:t>
            </a:r>
            <a:r>
              <a:rPr lang="sv-SE" dirty="0"/>
              <a:t> elimination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44CACE-98C1-8259-4AA9-6994EC6AD30A}"/>
              </a:ext>
            </a:extLst>
          </p:cNvPr>
          <p:cNvSpPr/>
          <p:nvPr/>
        </p:nvSpPr>
        <p:spPr>
          <a:xfrm>
            <a:off x="3176442" y="2622937"/>
            <a:ext cx="1918448" cy="25549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C80BC5-7927-0690-33F5-24CB201B93F3}"/>
              </a:ext>
            </a:extLst>
          </p:cNvPr>
          <p:cNvSpPr txBox="1"/>
          <p:nvPr/>
        </p:nvSpPr>
        <p:spPr>
          <a:xfrm>
            <a:off x="3290786" y="2636855"/>
            <a:ext cx="16897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t6 = 4*i</a:t>
            </a:r>
          </a:p>
          <a:p>
            <a:r>
              <a:rPr lang="sv-SE" dirty="0"/>
              <a:t>x = a[t6]</a:t>
            </a:r>
          </a:p>
          <a:p>
            <a:r>
              <a:rPr lang="sv-SE" dirty="0"/>
              <a:t>t7 = 4*i</a:t>
            </a:r>
          </a:p>
          <a:p>
            <a:r>
              <a:rPr lang="sv-SE" dirty="0"/>
              <a:t>t8 = 4*j</a:t>
            </a:r>
          </a:p>
          <a:p>
            <a:r>
              <a:rPr lang="sv-SE" dirty="0"/>
              <a:t>t9 = a[t8]</a:t>
            </a:r>
          </a:p>
          <a:p>
            <a:r>
              <a:rPr lang="sv-SE" dirty="0"/>
              <a:t>a[t7] = t9</a:t>
            </a:r>
          </a:p>
          <a:p>
            <a:r>
              <a:rPr lang="sv-SE" dirty="0"/>
              <a:t>t10 = 4*j</a:t>
            </a:r>
          </a:p>
          <a:p>
            <a:r>
              <a:rPr lang="sv-SE" dirty="0"/>
              <a:t>a[t10] = x</a:t>
            </a:r>
          </a:p>
          <a:p>
            <a:r>
              <a:rPr lang="sv-SE" dirty="0" err="1"/>
              <a:t>goto</a:t>
            </a:r>
            <a:r>
              <a:rPr lang="sv-SE" dirty="0"/>
              <a:t> B2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C4B51B-2BC6-D78D-37B7-35110A16B627}"/>
              </a:ext>
            </a:extLst>
          </p:cNvPr>
          <p:cNvSpPr txBox="1"/>
          <p:nvPr/>
        </p:nvSpPr>
        <p:spPr>
          <a:xfrm>
            <a:off x="221787" y="3592433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B5: x = a[i]; a[i] = a[j]; a[j] = x;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88BCA1-7A23-BB26-9596-9BD78ABA1EAA}"/>
              </a:ext>
            </a:extLst>
          </p:cNvPr>
          <p:cNvSpPr/>
          <p:nvPr/>
        </p:nvSpPr>
        <p:spPr>
          <a:xfrm>
            <a:off x="7246573" y="2578638"/>
            <a:ext cx="1918448" cy="20452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F949B5-B198-17D7-18A5-4E0CDE817093}"/>
              </a:ext>
            </a:extLst>
          </p:cNvPr>
          <p:cNvSpPr txBox="1"/>
          <p:nvPr/>
        </p:nvSpPr>
        <p:spPr>
          <a:xfrm>
            <a:off x="7360917" y="2592555"/>
            <a:ext cx="16897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t6 = 4*i</a:t>
            </a:r>
          </a:p>
          <a:p>
            <a:r>
              <a:rPr lang="sv-SE" dirty="0"/>
              <a:t>x = a[t6]</a:t>
            </a:r>
          </a:p>
          <a:p>
            <a:r>
              <a:rPr lang="sv-SE" dirty="0"/>
              <a:t>t8 = 4*j</a:t>
            </a:r>
          </a:p>
          <a:p>
            <a:r>
              <a:rPr lang="sv-SE" dirty="0"/>
              <a:t>t9 = a[t8]</a:t>
            </a:r>
          </a:p>
          <a:p>
            <a:r>
              <a:rPr lang="sv-SE" dirty="0"/>
              <a:t>a[t6] = t9</a:t>
            </a:r>
          </a:p>
          <a:p>
            <a:r>
              <a:rPr lang="sv-SE" dirty="0"/>
              <a:t>a[t8] = x</a:t>
            </a:r>
          </a:p>
          <a:p>
            <a:r>
              <a:rPr lang="sv-SE" dirty="0" err="1"/>
              <a:t>goto</a:t>
            </a:r>
            <a:r>
              <a:rPr lang="sv-SE" dirty="0"/>
              <a:t> B2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C8B43D0-64A7-7AC7-2BDF-0630E1B265D8}"/>
              </a:ext>
            </a:extLst>
          </p:cNvPr>
          <p:cNvCxnSpPr/>
          <p:nvPr/>
        </p:nvCxnSpPr>
        <p:spPr>
          <a:xfrm>
            <a:off x="5446986" y="3854669"/>
            <a:ext cx="1261242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5592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9628A-EA88-F5CA-3303-CD816D9A2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Global common </a:t>
            </a:r>
            <a:r>
              <a:rPr lang="sv-SE" dirty="0" err="1"/>
              <a:t>subexpressions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2D218-93C5-8361-8000-C6A53B879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When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look at blocks B1 to B6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see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some</a:t>
            </a:r>
            <a:r>
              <a:rPr lang="sv-SE" dirty="0"/>
              <a:t> expressions </a:t>
            </a:r>
            <a:r>
              <a:rPr lang="sv-SE" dirty="0" err="1"/>
              <a:t>occur</a:t>
            </a:r>
            <a:r>
              <a:rPr lang="sv-SE" dirty="0"/>
              <a:t> </a:t>
            </a:r>
            <a:r>
              <a:rPr lang="sv-SE" dirty="0" err="1"/>
              <a:t>many</a:t>
            </a:r>
            <a:r>
              <a:rPr lang="sv-SE" dirty="0"/>
              <a:t> </a:t>
            </a:r>
            <a:r>
              <a:rPr lang="sv-SE" dirty="0" err="1"/>
              <a:t>times</a:t>
            </a:r>
            <a:r>
              <a:rPr lang="sv-SE" dirty="0"/>
              <a:t>, </a:t>
            </a:r>
            <a:r>
              <a:rPr lang="sv-SE" dirty="0" err="1"/>
              <a:t>e.g</a:t>
            </a:r>
            <a:r>
              <a:rPr lang="sv-SE" dirty="0"/>
              <a:t>.:</a:t>
            </a:r>
          </a:p>
          <a:p>
            <a:pPr lvl="1"/>
            <a:r>
              <a:rPr lang="sv-SE" dirty="0"/>
              <a:t>4*i</a:t>
            </a:r>
          </a:p>
          <a:p>
            <a:pPr lvl="1"/>
            <a:r>
              <a:rPr lang="sv-SE" dirty="0"/>
              <a:t>4*j</a:t>
            </a:r>
          </a:p>
          <a:p>
            <a:pPr lvl="1"/>
            <a:r>
              <a:rPr lang="sv-SE" dirty="0"/>
              <a:t>a[4*i]</a:t>
            </a:r>
          </a:p>
          <a:p>
            <a:pPr lvl="1"/>
            <a:r>
              <a:rPr lang="sv-SE" dirty="0"/>
              <a:t>a[4*j]</a:t>
            </a:r>
          </a:p>
          <a:p>
            <a:pPr lvl="1"/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39053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33E46-434E-15CE-20DB-94054398F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DC51EDC-18B8-0D06-FB6D-AB65FE3CF1C6}"/>
              </a:ext>
            </a:extLst>
          </p:cNvPr>
          <p:cNvGrpSpPr/>
          <p:nvPr/>
        </p:nvGrpSpPr>
        <p:grpSpPr>
          <a:xfrm>
            <a:off x="522149" y="666491"/>
            <a:ext cx="1918448" cy="1281953"/>
            <a:chOff x="860611" y="573741"/>
            <a:chExt cx="1353671" cy="1281953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E43EBB0-E7E1-46F9-8CBC-FE91A6A2B120}"/>
                </a:ext>
              </a:extLst>
            </p:cNvPr>
            <p:cNvSpPr txBox="1"/>
            <p:nvPr/>
          </p:nvSpPr>
          <p:spPr>
            <a:xfrm>
              <a:off x="941293" y="614553"/>
              <a:ext cx="119230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dirty="0"/>
                <a:t>i = m-1</a:t>
              </a:r>
            </a:p>
            <a:p>
              <a:r>
                <a:rPr lang="sv-SE" dirty="0"/>
                <a:t>j = n</a:t>
              </a:r>
            </a:p>
            <a:p>
              <a:r>
                <a:rPr lang="sv-SE" dirty="0"/>
                <a:t>t1 = 4*n</a:t>
              </a:r>
            </a:p>
            <a:p>
              <a:r>
                <a:rPr lang="sv-SE" dirty="0"/>
                <a:t>v = a[t1] 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035E104-6D8E-7BF3-B0B5-552304F8958B}"/>
                </a:ext>
              </a:extLst>
            </p:cNvPr>
            <p:cNvSpPr/>
            <p:nvPr/>
          </p:nvSpPr>
          <p:spPr>
            <a:xfrm>
              <a:off x="860611" y="573741"/>
              <a:ext cx="1353671" cy="128195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4E0DD202-E14A-0D2C-F17F-DDBDF4858DD6}"/>
              </a:ext>
            </a:extLst>
          </p:cNvPr>
          <p:cNvSpPr/>
          <p:nvPr/>
        </p:nvSpPr>
        <p:spPr>
          <a:xfrm>
            <a:off x="4177552" y="3647695"/>
            <a:ext cx="1918448" cy="25549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E3B733-2EB5-B5EF-B7AF-4E30A7491F44}"/>
              </a:ext>
            </a:extLst>
          </p:cNvPr>
          <p:cNvSpPr/>
          <p:nvPr/>
        </p:nvSpPr>
        <p:spPr>
          <a:xfrm>
            <a:off x="8677835" y="706545"/>
            <a:ext cx="1918448" cy="12819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FE2A70-6D0D-2D72-CCEA-1999EB0E2652}"/>
              </a:ext>
            </a:extLst>
          </p:cNvPr>
          <p:cNvSpPr/>
          <p:nvPr/>
        </p:nvSpPr>
        <p:spPr>
          <a:xfrm>
            <a:off x="4177552" y="711947"/>
            <a:ext cx="1918448" cy="12819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D2F844-897D-8D6A-5EAE-7084D1913418}"/>
              </a:ext>
            </a:extLst>
          </p:cNvPr>
          <p:cNvSpPr txBox="1"/>
          <p:nvPr/>
        </p:nvSpPr>
        <p:spPr>
          <a:xfrm>
            <a:off x="8792179" y="703389"/>
            <a:ext cx="1689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j = j-1</a:t>
            </a:r>
          </a:p>
          <a:p>
            <a:r>
              <a:rPr lang="sv-SE" dirty="0"/>
              <a:t>t4 = 4*j</a:t>
            </a:r>
          </a:p>
          <a:p>
            <a:r>
              <a:rPr lang="sv-SE" dirty="0"/>
              <a:t>t5 = a[t4] </a:t>
            </a:r>
          </a:p>
          <a:p>
            <a:r>
              <a:rPr lang="sv-SE" dirty="0"/>
              <a:t>If t5 &gt; v </a:t>
            </a:r>
            <a:r>
              <a:rPr lang="sv-SE" dirty="0" err="1"/>
              <a:t>goto</a:t>
            </a:r>
            <a:r>
              <a:rPr lang="sv-SE" dirty="0"/>
              <a:t> B3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0813C5-2680-2F19-E41E-8AC92962A523}"/>
              </a:ext>
            </a:extLst>
          </p:cNvPr>
          <p:cNvSpPr txBox="1"/>
          <p:nvPr/>
        </p:nvSpPr>
        <p:spPr>
          <a:xfrm>
            <a:off x="4280426" y="694474"/>
            <a:ext cx="1689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i = i+1</a:t>
            </a:r>
          </a:p>
          <a:p>
            <a:r>
              <a:rPr lang="sv-SE" dirty="0"/>
              <a:t>t2 = 4*i</a:t>
            </a:r>
          </a:p>
          <a:p>
            <a:r>
              <a:rPr lang="sv-SE" dirty="0"/>
              <a:t>t3 = a[t2] </a:t>
            </a:r>
          </a:p>
          <a:p>
            <a:r>
              <a:rPr lang="sv-SE" dirty="0"/>
              <a:t>If t3 &lt; v </a:t>
            </a:r>
            <a:r>
              <a:rPr lang="sv-SE" dirty="0" err="1"/>
              <a:t>goto</a:t>
            </a:r>
            <a:r>
              <a:rPr lang="sv-SE" dirty="0"/>
              <a:t> B2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C3252E-165E-1D44-5887-2AE50806556F}"/>
              </a:ext>
            </a:extLst>
          </p:cNvPr>
          <p:cNvSpPr/>
          <p:nvPr/>
        </p:nvSpPr>
        <p:spPr>
          <a:xfrm>
            <a:off x="8677835" y="3661613"/>
            <a:ext cx="1918448" cy="25549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D47699-3CAF-317E-3F60-BAD584645BDC}"/>
              </a:ext>
            </a:extLst>
          </p:cNvPr>
          <p:cNvSpPr txBox="1"/>
          <p:nvPr/>
        </p:nvSpPr>
        <p:spPr>
          <a:xfrm>
            <a:off x="4291896" y="3661613"/>
            <a:ext cx="16897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t6 = 4*i</a:t>
            </a:r>
          </a:p>
          <a:p>
            <a:r>
              <a:rPr lang="sv-SE" dirty="0"/>
              <a:t>x = a[t6]</a:t>
            </a:r>
          </a:p>
          <a:p>
            <a:r>
              <a:rPr lang="sv-SE" dirty="0"/>
              <a:t>t7 = 4*i</a:t>
            </a:r>
          </a:p>
          <a:p>
            <a:r>
              <a:rPr lang="sv-SE" dirty="0"/>
              <a:t>t8 = 4*j</a:t>
            </a:r>
          </a:p>
          <a:p>
            <a:r>
              <a:rPr lang="sv-SE" dirty="0"/>
              <a:t>t9 = a[t8]</a:t>
            </a:r>
          </a:p>
          <a:p>
            <a:r>
              <a:rPr lang="sv-SE" dirty="0"/>
              <a:t>a[t7] = t9</a:t>
            </a:r>
          </a:p>
          <a:p>
            <a:r>
              <a:rPr lang="sv-SE" dirty="0"/>
              <a:t>t10 = 4*j</a:t>
            </a:r>
          </a:p>
          <a:p>
            <a:r>
              <a:rPr lang="sv-SE" dirty="0"/>
              <a:t>a[t10] = x</a:t>
            </a:r>
          </a:p>
          <a:p>
            <a:r>
              <a:rPr lang="sv-SE" dirty="0" err="1"/>
              <a:t>goto</a:t>
            </a:r>
            <a:r>
              <a:rPr lang="sv-SE" dirty="0"/>
              <a:t> B2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61B284-F834-D9FC-1346-0C82EA9E7CA0}"/>
              </a:ext>
            </a:extLst>
          </p:cNvPr>
          <p:cNvSpPr txBox="1"/>
          <p:nvPr/>
        </p:nvSpPr>
        <p:spPr>
          <a:xfrm>
            <a:off x="8792179" y="3647695"/>
            <a:ext cx="16897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t11 = 4*i</a:t>
            </a:r>
          </a:p>
          <a:p>
            <a:r>
              <a:rPr lang="sv-SE" dirty="0"/>
              <a:t>x = a[t11]</a:t>
            </a:r>
          </a:p>
          <a:p>
            <a:r>
              <a:rPr lang="sv-SE" dirty="0"/>
              <a:t>t12 = 4*i</a:t>
            </a:r>
          </a:p>
          <a:p>
            <a:r>
              <a:rPr lang="sv-SE" dirty="0"/>
              <a:t>t13 = 4*j</a:t>
            </a:r>
          </a:p>
          <a:p>
            <a:r>
              <a:rPr lang="sv-SE" dirty="0"/>
              <a:t>t14 = a[t13]</a:t>
            </a:r>
          </a:p>
          <a:p>
            <a:r>
              <a:rPr lang="sv-SE" dirty="0"/>
              <a:t>a[t12] = t14</a:t>
            </a:r>
          </a:p>
          <a:p>
            <a:r>
              <a:rPr lang="sv-SE" dirty="0"/>
              <a:t>t15 = 4*n</a:t>
            </a:r>
          </a:p>
          <a:p>
            <a:r>
              <a:rPr lang="sv-SE" dirty="0"/>
              <a:t>a[t15] = 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48068F-7B26-F9E1-B5F3-9C29C578904F}"/>
              </a:ext>
            </a:extLst>
          </p:cNvPr>
          <p:cNvSpPr/>
          <p:nvPr/>
        </p:nvSpPr>
        <p:spPr>
          <a:xfrm>
            <a:off x="6525824" y="2561896"/>
            <a:ext cx="1918448" cy="606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4E17C9-9A03-41DA-38F0-D95DC220443D}"/>
              </a:ext>
            </a:extLst>
          </p:cNvPr>
          <p:cNvSpPr txBox="1"/>
          <p:nvPr/>
        </p:nvSpPr>
        <p:spPr>
          <a:xfrm>
            <a:off x="6637283" y="2751083"/>
            <a:ext cx="1602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If i &gt;= j </a:t>
            </a:r>
            <a:r>
              <a:rPr lang="sv-SE" dirty="0" err="1"/>
              <a:t>goto</a:t>
            </a:r>
            <a:r>
              <a:rPr lang="sv-SE" dirty="0"/>
              <a:t> B6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7E81A2-EA80-B5BD-E0FC-4751403BCAF4}"/>
              </a:ext>
            </a:extLst>
          </p:cNvPr>
          <p:cNvSpPr txBox="1"/>
          <p:nvPr/>
        </p:nvSpPr>
        <p:spPr>
          <a:xfrm>
            <a:off x="291512" y="256347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B1: i =m-1; j = n; v = a[n];	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4E5BD66-4C48-CF2B-3407-886B9EA6D538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440597" y="1307467"/>
            <a:ext cx="161114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D939031-DBA7-7EF6-25D3-F3B50FA1E6EC}"/>
              </a:ext>
            </a:extLst>
          </p:cNvPr>
          <p:cNvSpPr/>
          <p:nvPr/>
        </p:nvSpPr>
        <p:spPr>
          <a:xfrm>
            <a:off x="3532843" y="70948"/>
            <a:ext cx="2992981" cy="890749"/>
          </a:xfrm>
          <a:custGeom>
            <a:avLst/>
            <a:gdLst>
              <a:gd name="connsiteX0" fmla="*/ 2560529 w 2987059"/>
              <a:gd name="connsiteY0" fmla="*/ 633941 h 681238"/>
              <a:gd name="connsiteX1" fmla="*/ 2986198 w 2987059"/>
              <a:gd name="connsiteY1" fmla="*/ 428989 h 681238"/>
              <a:gd name="connsiteX2" fmla="*/ 2568412 w 2987059"/>
              <a:gd name="connsiteY2" fmla="*/ 42734 h 681238"/>
              <a:gd name="connsiteX3" fmla="*/ 290295 w 2987059"/>
              <a:gd name="connsiteY3" fmla="*/ 66382 h 681238"/>
              <a:gd name="connsiteX4" fmla="*/ 61695 w 2987059"/>
              <a:gd name="connsiteY4" fmla="*/ 547231 h 681238"/>
              <a:gd name="connsiteX5" fmla="*/ 574074 w 2987059"/>
              <a:gd name="connsiteY5" fmla="*/ 681238 h 681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87059" h="681238">
                <a:moveTo>
                  <a:pt x="2560529" y="633941"/>
                </a:moveTo>
                <a:cubicBezTo>
                  <a:pt x="2772706" y="580732"/>
                  <a:pt x="2984884" y="527523"/>
                  <a:pt x="2986198" y="428989"/>
                </a:cubicBezTo>
                <a:cubicBezTo>
                  <a:pt x="2987512" y="330455"/>
                  <a:pt x="3017729" y="103168"/>
                  <a:pt x="2568412" y="42734"/>
                </a:cubicBezTo>
                <a:cubicBezTo>
                  <a:pt x="2119095" y="-17701"/>
                  <a:pt x="708081" y="-17701"/>
                  <a:pt x="290295" y="66382"/>
                </a:cubicBezTo>
                <a:cubicBezTo>
                  <a:pt x="-127491" y="150465"/>
                  <a:pt x="14398" y="444755"/>
                  <a:pt x="61695" y="547231"/>
                </a:cubicBezTo>
                <a:cubicBezTo>
                  <a:pt x="108991" y="649707"/>
                  <a:pt x="341532" y="665472"/>
                  <a:pt x="574074" y="681238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2C70A9-AFC2-5F46-63F9-2E42AAFE0E43}"/>
              </a:ext>
            </a:extLst>
          </p:cNvPr>
          <p:cNvSpPr txBox="1"/>
          <p:nvPr/>
        </p:nvSpPr>
        <p:spPr>
          <a:xfrm>
            <a:off x="3659448" y="281090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B2: do i = i+1 </a:t>
            </a:r>
            <a:r>
              <a:rPr lang="sv-SE" dirty="0" err="1"/>
              <a:t>while</a:t>
            </a:r>
            <a:r>
              <a:rPr lang="sv-SE" dirty="0"/>
              <a:t> (a[i] &lt; v); 	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5851B9E-2A0D-2E85-CB1E-BB3E9B2930AF}"/>
              </a:ext>
            </a:extLst>
          </p:cNvPr>
          <p:cNvSpPr/>
          <p:nvPr/>
        </p:nvSpPr>
        <p:spPr>
          <a:xfrm>
            <a:off x="8044409" y="86714"/>
            <a:ext cx="2992981" cy="890749"/>
          </a:xfrm>
          <a:custGeom>
            <a:avLst/>
            <a:gdLst>
              <a:gd name="connsiteX0" fmla="*/ 2560529 w 2987059"/>
              <a:gd name="connsiteY0" fmla="*/ 633941 h 681238"/>
              <a:gd name="connsiteX1" fmla="*/ 2986198 w 2987059"/>
              <a:gd name="connsiteY1" fmla="*/ 428989 h 681238"/>
              <a:gd name="connsiteX2" fmla="*/ 2568412 w 2987059"/>
              <a:gd name="connsiteY2" fmla="*/ 42734 h 681238"/>
              <a:gd name="connsiteX3" fmla="*/ 290295 w 2987059"/>
              <a:gd name="connsiteY3" fmla="*/ 66382 h 681238"/>
              <a:gd name="connsiteX4" fmla="*/ 61695 w 2987059"/>
              <a:gd name="connsiteY4" fmla="*/ 547231 h 681238"/>
              <a:gd name="connsiteX5" fmla="*/ 574074 w 2987059"/>
              <a:gd name="connsiteY5" fmla="*/ 681238 h 681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87059" h="681238">
                <a:moveTo>
                  <a:pt x="2560529" y="633941"/>
                </a:moveTo>
                <a:cubicBezTo>
                  <a:pt x="2772706" y="580732"/>
                  <a:pt x="2984884" y="527523"/>
                  <a:pt x="2986198" y="428989"/>
                </a:cubicBezTo>
                <a:cubicBezTo>
                  <a:pt x="2987512" y="330455"/>
                  <a:pt x="3017729" y="103168"/>
                  <a:pt x="2568412" y="42734"/>
                </a:cubicBezTo>
                <a:cubicBezTo>
                  <a:pt x="2119095" y="-17701"/>
                  <a:pt x="708081" y="-17701"/>
                  <a:pt x="290295" y="66382"/>
                </a:cubicBezTo>
                <a:cubicBezTo>
                  <a:pt x="-127491" y="150465"/>
                  <a:pt x="14398" y="444755"/>
                  <a:pt x="61695" y="547231"/>
                </a:cubicBezTo>
                <a:cubicBezTo>
                  <a:pt x="108991" y="649707"/>
                  <a:pt x="341532" y="665472"/>
                  <a:pt x="574074" y="681238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36FDD35-DFA1-CF61-B3AB-CF61C27A97D5}"/>
              </a:ext>
            </a:extLst>
          </p:cNvPr>
          <p:cNvCxnSpPr>
            <a:cxnSpLocks/>
          </p:cNvCxnSpPr>
          <p:nvPr/>
        </p:nvCxnSpPr>
        <p:spPr>
          <a:xfrm>
            <a:off x="6096000" y="1307467"/>
            <a:ext cx="24674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E2CE5D7-458E-3D18-74AB-ACF6BC6C4549}"/>
              </a:ext>
            </a:extLst>
          </p:cNvPr>
          <p:cNvSpPr txBox="1"/>
          <p:nvPr/>
        </p:nvSpPr>
        <p:spPr>
          <a:xfrm>
            <a:off x="8159731" y="288759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B3: do j = j-1 </a:t>
            </a:r>
            <a:r>
              <a:rPr lang="sv-SE" dirty="0" err="1"/>
              <a:t>while</a:t>
            </a:r>
            <a:r>
              <a:rPr lang="sv-SE" dirty="0"/>
              <a:t> (a[j] &gt; v); 	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35E74F0-7DFB-4E7E-7598-B42C531217D9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7843345" y="1988498"/>
            <a:ext cx="1793714" cy="4866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71CFA3C-F6A5-2500-C282-A0E127ADDAA2}"/>
              </a:ext>
            </a:extLst>
          </p:cNvPr>
          <p:cNvCxnSpPr>
            <a:cxnSpLocks/>
          </p:cNvCxnSpPr>
          <p:nvPr/>
        </p:nvCxnSpPr>
        <p:spPr>
          <a:xfrm flipH="1">
            <a:off x="5817476" y="3168869"/>
            <a:ext cx="1143000" cy="417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984BA18-BAFD-389D-DF70-91A8749883D9}"/>
              </a:ext>
            </a:extLst>
          </p:cNvPr>
          <p:cNvCxnSpPr/>
          <p:nvPr/>
        </p:nvCxnSpPr>
        <p:spPr>
          <a:xfrm>
            <a:off x="8044409" y="3168869"/>
            <a:ext cx="1028646" cy="417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EBCC441-8CAD-31CA-651D-1771F2DBBFDA}"/>
              </a:ext>
            </a:extLst>
          </p:cNvPr>
          <p:cNvSpPr txBox="1"/>
          <p:nvPr/>
        </p:nvSpPr>
        <p:spPr>
          <a:xfrm>
            <a:off x="5944813" y="216656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B4: </a:t>
            </a:r>
            <a:r>
              <a:rPr lang="sv-SE" dirty="0" err="1"/>
              <a:t>if</a:t>
            </a:r>
            <a:r>
              <a:rPr lang="sv-SE" dirty="0"/>
              <a:t> (i &gt;= j) break 	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779A655-BAF0-18C8-7333-5FC9EF0371AE}"/>
              </a:ext>
            </a:extLst>
          </p:cNvPr>
          <p:cNvCxnSpPr/>
          <p:nvPr/>
        </p:nvCxnSpPr>
        <p:spPr>
          <a:xfrm flipV="1">
            <a:off x="4406462" y="2112579"/>
            <a:ext cx="0" cy="1535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1989889-9E29-1288-64A6-C76973847E32}"/>
              </a:ext>
            </a:extLst>
          </p:cNvPr>
          <p:cNvSpPr txBox="1"/>
          <p:nvPr/>
        </p:nvSpPr>
        <p:spPr>
          <a:xfrm>
            <a:off x="1222897" y="4617191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B5: x = a[i]; a[i] = a[j]; a[j] = x;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D7C4B08-CCC5-BE9D-E263-D3412C41AAA3}"/>
              </a:ext>
            </a:extLst>
          </p:cNvPr>
          <p:cNvSpPr txBox="1"/>
          <p:nvPr/>
        </p:nvSpPr>
        <p:spPr>
          <a:xfrm>
            <a:off x="9023576" y="3231241"/>
            <a:ext cx="3145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B6: x = a[i]; a[i] = a[n]; a[n] = x; </a:t>
            </a:r>
          </a:p>
        </p:txBody>
      </p:sp>
    </p:spTree>
    <p:extLst>
      <p:ext uri="{BB962C8B-B14F-4D97-AF65-F5344CB8AC3E}">
        <p14:creationId xmlns:p14="http://schemas.microsoft.com/office/powerpoint/2010/main" val="3887000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A341F-71A8-E488-12D8-59E1DDC60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22E1D21-0F3B-0AEC-0E0E-663E1B4A8F01}"/>
              </a:ext>
            </a:extLst>
          </p:cNvPr>
          <p:cNvGrpSpPr/>
          <p:nvPr/>
        </p:nvGrpSpPr>
        <p:grpSpPr>
          <a:xfrm>
            <a:off x="522149" y="666491"/>
            <a:ext cx="1918448" cy="1281953"/>
            <a:chOff x="860611" y="573741"/>
            <a:chExt cx="1353671" cy="1281953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90B22F1-9335-BEE4-2BD9-229365A950D4}"/>
                </a:ext>
              </a:extLst>
            </p:cNvPr>
            <p:cNvSpPr txBox="1"/>
            <p:nvPr/>
          </p:nvSpPr>
          <p:spPr>
            <a:xfrm>
              <a:off x="941293" y="614553"/>
              <a:ext cx="119230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dirty="0"/>
                <a:t>i = m-1</a:t>
              </a:r>
            </a:p>
            <a:p>
              <a:r>
                <a:rPr lang="sv-SE" dirty="0"/>
                <a:t>j = n</a:t>
              </a:r>
            </a:p>
            <a:p>
              <a:r>
                <a:rPr lang="sv-SE" dirty="0"/>
                <a:t>t1 = 4*n</a:t>
              </a:r>
            </a:p>
            <a:p>
              <a:r>
                <a:rPr lang="sv-SE" dirty="0"/>
                <a:t>v = a[t1] 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04F1BFD-1226-1D8B-7C53-A0E77A008CFB}"/>
                </a:ext>
              </a:extLst>
            </p:cNvPr>
            <p:cNvSpPr/>
            <p:nvPr/>
          </p:nvSpPr>
          <p:spPr>
            <a:xfrm>
              <a:off x="860611" y="573741"/>
              <a:ext cx="1353671" cy="128195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0A435CA5-D7E8-F426-68AC-78BFAC75A1C5}"/>
              </a:ext>
            </a:extLst>
          </p:cNvPr>
          <p:cNvSpPr/>
          <p:nvPr/>
        </p:nvSpPr>
        <p:spPr>
          <a:xfrm>
            <a:off x="4177552" y="3647696"/>
            <a:ext cx="1918448" cy="13388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BA39BA-B23D-B318-548F-EB12FA480F71}"/>
              </a:ext>
            </a:extLst>
          </p:cNvPr>
          <p:cNvSpPr/>
          <p:nvPr/>
        </p:nvSpPr>
        <p:spPr>
          <a:xfrm>
            <a:off x="8677835" y="706545"/>
            <a:ext cx="1918448" cy="12819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B164F6-98F9-3880-3CD7-87AFBBB0A10E}"/>
              </a:ext>
            </a:extLst>
          </p:cNvPr>
          <p:cNvSpPr/>
          <p:nvPr/>
        </p:nvSpPr>
        <p:spPr>
          <a:xfrm>
            <a:off x="4177552" y="711947"/>
            <a:ext cx="1918448" cy="12819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CC23A4-0B37-5FB3-7EF7-2205C50EA44F}"/>
              </a:ext>
            </a:extLst>
          </p:cNvPr>
          <p:cNvSpPr txBox="1"/>
          <p:nvPr/>
        </p:nvSpPr>
        <p:spPr>
          <a:xfrm>
            <a:off x="8792179" y="703389"/>
            <a:ext cx="1689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j = j-1</a:t>
            </a:r>
          </a:p>
          <a:p>
            <a:r>
              <a:rPr lang="sv-SE" dirty="0"/>
              <a:t>t4 = 4*j</a:t>
            </a:r>
          </a:p>
          <a:p>
            <a:r>
              <a:rPr lang="sv-SE" dirty="0"/>
              <a:t>t5 = a[t4] </a:t>
            </a:r>
          </a:p>
          <a:p>
            <a:r>
              <a:rPr lang="sv-SE" dirty="0"/>
              <a:t>If t5 &gt; v </a:t>
            </a:r>
            <a:r>
              <a:rPr lang="sv-SE" dirty="0" err="1"/>
              <a:t>goto</a:t>
            </a:r>
            <a:r>
              <a:rPr lang="sv-SE" dirty="0"/>
              <a:t> B3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4C9CA2-143E-55D8-03D4-C876E9CA0430}"/>
              </a:ext>
            </a:extLst>
          </p:cNvPr>
          <p:cNvSpPr txBox="1"/>
          <p:nvPr/>
        </p:nvSpPr>
        <p:spPr>
          <a:xfrm>
            <a:off x="4280426" y="694474"/>
            <a:ext cx="1689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i = i+1</a:t>
            </a:r>
          </a:p>
          <a:p>
            <a:r>
              <a:rPr lang="sv-SE" dirty="0"/>
              <a:t>t2 = 4*i</a:t>
            </a:r>
          </a:p>
          <a:p>
            <a:r>
              <a:rPr lang="sv-SE" dirty="0"/>
              <a:t>t3 = a[t2] </a:t>
            </a:r>
          </a:p>
          <a:p>
            <a:r>
              <a:rPr lang="sv-SE" dirty="0"/>
              <a:t>If t3 &lt; v </a:t>
            </a:r>
            <a:r>
              <a:rPr lang="sv-SE" dirty="0" err="1"/>
              <a:t>goto</a:t>
            </a:r>
            <a:r>
              <a:rPr lang="sv-SE" dirty="0"/>
              <a:t> B2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42DF49-07E1-1919-EC4A-D2ABD28A0F52}"/>
              </a:ext>
            </a:extLst>
          </p:cNvPr>
          <p:cNvSpPr/>
          <p:nvPr/>
        </p:nvSpPr>
        <p:spPr>
          <a:xfrm>
            <a:off x="8677835" y="3661613"/>
            <a:ext cx="1918448" cy="12335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9C9753-B38B-ECB4-AFF2-5CC53507A71C}"/>
              </a:ext>
            </a:extLst>
          </p:cNvPr>
          <p:cNvSpPr txBox="1"/>
          <p:nvPr/>
        </p:nvSpPr>
        <p:spPr>
          <a:xfrm>
            <a:off x="4291896" y="3661613"/>
            <a:ext cx="1689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x = t3</a:t>
            </a:r>
          </a:p>
          <a:p>
            <a:r>
              <a:rPr lang="sv-SE" dirty="0"/>
              <a:t>a[t2] = t5</a:t>
            </a:r>
          </a:p>
          <a:p>
            <a:r>
              <a:rPr lang="sv-SE" dirty="0"/>
              <a:t>a[t4] = x</a:t>
            </a:r>
          </a:p>
          <a:p>
            <a:r>
              <a:rPr lang="sv-SE" dirty="0" err="1"/>
              <a:t>goto</a:t>
            </a:r>
            <a:r>
              <a:rPr lang="sv-SE" dirty="0"/>
              <a:t> B2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7F206B-77E4-D8BC-D0EA-2AA7300D2DAA}"/>
              </a:ext>
            </a:extLst>
          </p:cNvPr>
          <p:cNvSpPr txBox="1"/>
          <p:nvPr/>
        </p:nvSpPr>
        <p:spPr>
          <a:xfrm>
            <a:off x="8792179" y="3647695"/>
            <a:ext cx="1689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x = t3</a:t>
            </a:r>
          </a:p>
          <a:p>
            <a:r>
              <a:rPr lang="sv-SE" dirty="0"/>
              <a:t>t14 = a[t1]</a:t>
            </a:r>
          </a:p>
          <a:p>
            <a:r>
              <a:rPr lang="sv-SE" dirty="0"/>
              <a:t>a[t2] = t14</a:t>
            </a:r>
          </a:p>
          <a:p>
            <a:r>
              <a:rPr lang="sv-SE" dirty="0"/>
              <a:t>a[t1] = 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6010CF-6278-99AD-1021-A9E1F8CA8752}"/>
              </a:ext>
            </a:extLst>
          </p:cNvPr>
          <p:cNvSpPr/>
          <p:nvPr/>
        </p:nvSpPr>
        <p:spPr>
          <a:xfrm>
            <a:off x="6525824" y="2561896"/>
            <a:ext cx="1918448" cy="606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A1B8D0-9071-A5B2-FD05-4D9E32E2472B}"/>
              </a:ext>
            </a:extLst>
          </p:cNvPr>
          <p:cNvSpPr txBox="1"/>
          <p:nvPr/>
        </p:nvSpPr>
        <p:spPr>
          <a:xfrm>
            <a:off x="6637283" y="2751083"/>
            <a:ext cx="1602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If i &gt;= j </a:t>
            </a:r>
            <a:r>
              <a:rPr lang="sv-SE" dirty="0" err="1"/>
              <a:t>goto</a:t>
            </a:r>
            <a:r>
              <a:rPr lang="sv-SE" dirty="0"/>
              <a:t> B6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7BFCE9-D017-CCB5-57BE-ECB58CA7736B}"/>
              </a:ext>
            </a:extLst>
          </p:cNvPr>
          <p:cNvSpPr txBox="1"/>
          <p:nvPr/>
        </p:nvSpPr>
        <p:spPr>
          <a:xfrm>
            <a:off x="291512" y="256347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B1: i =m-1; j = n; v = a[n];	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3FCF6FB-0F35-0862-AA3F-823078E1FB44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440597" y="1307467"/>
            <a:ext cx="161114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81B8B76-4109-9794-AB2A-B9EF84ECEB87}"/>
              </a:ext>
            </a:extLst>
          </p:cNvPr>
          <p:cNvSpPr/>
          <p:nvPr/>
        </p:nvSpPr>
        <p:spPr>
          <a:xfrm>
            <a:off x="3532843" y="70948"/>
            <a:ext cx="2992981" cy="890749"/>
          </a:xfrm>
          <a:custGeom>
            <a:avLst/>
            <a:gdLst>
              <a:gd name="connsiteX0" fmla="*/ 2560529 w 2987059"/>
              <a:gd name="connsiteY0" fmla="*/ 633941 h 681238"/>
              <a:gd name="connsiteX1" fmla="*/ 2986198 w 2987059"/>
              <a:gd name="connsiteY1" fmla="*/ 428989 h 681238"/>
              <a:gd name="connsiteX2" fmla="*/ 2568412 w 2987059"/>
              <a:gd name="connsiteY2" fmla="*/ 42734 h 681238"/>
              <a:gd name="connsiteX3" fmla="*/ 290295 w 2987059"/>
              <a:gd name="connsiteY3" fmla="*/ 66382 h 681238"/>
              <a:gd name="connsiteX4" fmla="*/ 61695 w 2987059"/>
              <a:gd name="connsiteY4" fmla="*/ 547231 h 681238"/>
              <a:gd name="connsiteX5" fmla="*/ 574074 w 2987059"/>
              <a:gd name="connsiteY5" fmla="*/ 681238 h 681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87059" h="681238">
                <a:moveTo>
                  <a:pt x="2560529" y="633941"/>
                </a:moveTo>
                <a:cubicBezTo>
                  <a:pt x="2772706" y="580732"/>
                  <a:pt x="2984884" y="527523"/>
                  <a:pt x="2986198" y="428989"/>
                </a:cubicBezTo>
                <a:cubicBezTo>
                  <a:pt x="2987512" y="330455"/>
                  <a:pt x="3017729" y="103168"/>
                  <a:pt x="2568412" y="42734"/>
                </a:cubicBezTo>
                <a:cubicBezTo>
                  <a:pt x="2119095" y="-17701"/>
                  <a:pt x="708081" y="-17701"/>
                  <a:pt x="290295" y="66382"/>
                </a:cubicBezTo>
                <a:cubicBezTo>
                  <a:pt x="-127491" y="150465"/>
                  <a:pt x="14398" y="444755"/>
                  <a:pt x="61695" y="547231"/>
                </a:cubicBezTo>
                <a:cubicBezTo>
                  <a:pt x="108991" y="649707"/>
                  <a:pt x="341532" y="665472"/>
                  <a:pt x="574074" y="681238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27492E-23B7-C049-FCF5-37666F32B22A}"/>
              </a:ext>
            </a:extLst>
          </p:cNvPr>
          <p:cNvSpPr txBox="1"/>
          <p:nvPr/>
        </p:nvSpPr>
        <p:spPr>
          <a:xfrm>
            <a:off x="3659448" y="281090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B2: do i = i+1 </a:t>
            </a:r>
            <a:r>
              <a:rPr lang="sv-SE" dirty="0" err="1"/>
              <a:t>while</a:t>
            </a:r>
            <a:r>
              <a:rPr lang="sv-SE" dirty="0"/>
              <a:t> (a[i] &lt; v); 	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0756190-8DB0-62B9-D31B-BB8CD8A9F5E4}"/>
              </a:ext>
            </a:extLst>
          </p:cNvPr>
          <p:cNvSpPr/>
          <p:nvPr/>
        </p:nvSpPr>
        <p:spPr>
          <a:xfrm>
            <a:off x="8044409" y="86714"/>
            <a:ext cx="2992981" cy="890749"/>
          </a:xfrm>
          <a:custGeom>
            <a:avLst/>
            <a:gdLst>
              <a:gd name="connsiteX0" fmla="*/ 2560529 w 2987059"/>
              <a:gd name="connsiteY0" fmla="*/ 633941 h 681238"/>
              <a:gd name="connsiteX1" fmla="*/ 2986198 w 2987059"/>
              <a:gd name="connsiteY1" fmla="*/ 428989 h 681238"/>
              <a:gd name="connsiteX2" fmla="*/ 2568412 w 2987059"/>
              <a:gd name="connsiteY2" fmla="*/ 42734 h 681238"/>
              <a:gd name="connsiteX3" fmla="*/ 290295 w 2987059"/>
              <a:gd name="connsiteY3" fmla="*/ 66382 h 681238"/>
              <a:gd name="connsiteX4" fmla="*/ 61695 w 2987059"/>
              <a:gd name="connsiteY4" fmla="*/ 547231 h 681238"/>
              <a:gd name="connsiteX5" fmla="*/ 574074 w 2987059"/>
              <a:gd name="connsiteY5" fmla="*/ 681238 h 681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87059" h="681238">
                <a:moveTo>
                  <a:pt x="2560529" y="633941"/>
                </a:moveTo>
                <a:cubicBezTo>
                  <a:pt x="2772706" y="580732"/>
                  <a:pt x="2984884" y="527523"/>
                  <a:pt x="2986198" y="428989"/>
                </a:cubicBezTo>
                <a:cubicBezTo>
                  <a:pt x="2987512" y="330455"/>
                  <a:pt x="3017729" y="103168"/>
                  <a:pt x="2568412" y="42734"/>
                </a:cubicBezTo>
                <a:cubicBezTo>
                  <a:pt x="2119095" y="-17701"/>
                  <a:pt x="708081" y="-17701"/>
                  <a:pt x="290295" y="66382"/>
                </a:cubicBezTo>
                <a:cubicBezTo>
                  <a:pt x="-127491" y="150465"/>
                  <a:pt x="14398" y="444755"/>
                  <a:pt x="61695" y="547231"/>
                </a:cubicBezTo>
                <a:cubicBezTo>
                  <a:pt x="108991" y="649707"/>
                  <a:pt x="341532" y="665472"/>
                  <a:pt x="574074" y="681238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6193E95-5110-214A-A5BA-DA00D2C6D03B}"/>
              </a:ext>
            </a:extLst>
          </p:cNvPr>
          <p:cNvCxnSpPr>
            <a:cxnSpLocks/>
          </p:cNvCxnSpPr>
          <p:nvPr/>
        </p:nvCxnSpPr>
        <p:spPr>
          <a:xfrm>
            <a:off x="6096000" y="1307467"/>
            <a:ext cx="24674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81FF342-ECFA-471E-EB71-CDEC2CA29CDA}"/>
              </a:ext>
            </a:extLst>
          </p:cNvPr>
          <p:cNvSpPr txBox="1"/>
          <p:nvPr/>
        </p:nvSpPr>
        <p:spPr>
          <a:xfrm>
            <a:off x="8159731" y="288759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B3: do j = j-1 </a:t>
            </a:r>
            <a:r>
              <a:rPr lang="sv-SE" dirty="0" err="1"/>
              <a:t>while</a:t>
            </a:r>
            <a:r>
              <a:rPr lang="sv-SE" dirty="0"/>
              <a:t> (a[j] &gt; v); 	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9FED961-5533-BC85-DAD7-5CE783421FA4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7843345" y="1988498"/>
            <a:ext cx="1793714" cy="4866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B9733CA-0486-9A29-7E35-3720DF3946C1}"/>
              </a:ext>
            </a:extLst>
          </p:cNvPr>
          <p:cNvCxnSpPr>
            <a:cxnSpLocks/>
          </p:cNvCxnSpPr>
          <p:nvPr/>
        </p:nvCxnSpPr>
        <p:spPr>
          <a:xfrm flipH="1">
            <a:off x="5817476" y="3168869"/>
            <a:ext cx="1143000" cy="417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324B8BD-B903-6FE8-A88A-11FDCDCFEAF1}"/>
              </a:ext>
            </a:extLst>
          </p:cNvPr>
          <p:cNvCxnSpPr/>
          <p:nvPr/>
        </p:nvCxnSpPr>
        <p:spPr>
          <a:xfrm>
            <a:off x="8044409" y="3168869"/>
            <a:ext cx="1028646" cy="417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5DA731D-D514-096E-03E1-A2B03EAEC30A}"/>
              </a:ext>
            </a:extLst>
          </p:cNvPr>
          <p:cNvSpPr txBox="1"/>
          <p:nvPr/>
        </p:nvSpPr>
        <p:spPr>
          <a:xfrm>
            <a:off x="5944813" y="216656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B4: </a:t>
            </a:r>
            <a:r>
              <a:rPr lang="sv-SE" dirty="0" err="1"/>
              <a:t>if</a:t>
            </a:r>
            <a:r>
              <a:rPr lang="sv-SE" dirty="0"/>
              <a:t> (i &gt;= j) break 	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8DE0F4C-2D2D-F800-182E-A364262210FA}"/>
              </a:ext>
            </a:extLst>
          </p:cNvPr>
          <p:cNvCxnSpPr/>
          <p:nvPr/>
        </p:nvCxnSpPr>
        <p:spPr>
          <a:xfrm flipV="1">
            <a:off x="4406462" y="2112579"/>
            <a:ext cx="0" cy="1535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00381F8-8FAE-245F-647F-CEEC8DB646A9}"/>
              </a:ext>
            </a:extLst>
          </p:cNvPr>
          <p:cNvSpPr txBox="1"/>
          <p:nvPr/>
        </p:nvSpPr>
        <p:spPr>
          <a:xfrm>
            <a:off x="1222897" y="4617191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B5: x = a[i]; a[i] = a[j]; a[j] = x;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3F463AC-9AA0-D21A-C55F-0ADD0A2ECED7}"/>
              </a:ext>
            </a:extLst>
          </p:cNvPr>
          <p:cNvSpPr txBox="1"/>
          <p:nvPr/>
        </p:nvSpPr>
        <p:spPr>
          <a:xfrm>
            <a:off x="9023576" y="3231241"/>
            <a:ext cx="3145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B6: x = a[i]; a[i] = a[n]; a[n] = x;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21623-62AB-D16C-EE53-AC78BEBFC5CD}"/>
              </a:ext>
            </a:extLst>
          </p:cNvPr>
          <p:cNvSpPr txBox="1"/>
          <p:nvPr/>
        </p:nvSpPr>
        <p:spPr>
          <a:xfrm>
            <a:off x="4704860" y="5374193"/>
            <a:ext cx="5249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B5 and B6 </a:t>
            </a:r>
            <a:r>
              <a:rPr lang="sv-SE" dirty="0" err="1"/>
              <a:t>after</a:t>
            </a:r>
            <a:r>
              <a:rPr lang="sv-SE" dirty="0"/>
              <a:t> common </a:t>
            </a:r>
            <a:r>
              <a:rPr lang="sv-SE" dirty="0" err="1"/>
              <a:t>subexpression</a:t>
            </a:r>
            <a:r>
              <a:rPr lang="sv-SE" dirty="0"/>
              <a:t> elimination</a:t>
            </a:r>
          </a:p>
        </p:txBody>
      </p:sp>
    </p:spTree>
    <p:extLst>
      <p:ext uri="{BB962C8B-B14F-4D97-AF65-F5344CB8AC3E}">
        <p14:creationId xmlns:p14="http://schemas.microsoft.com/office/powerpoint/2010/main" val="2150406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BBE75-C07B-3B73-E1D4-C58E2C3DA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Copy </a:t>
            </a:r>
            <a:r>
              <a:rPr lang="sv-SE" dirty="0" err="1"/>
              <a:t>propagation</a:t>
            </a:r>
            <a:r>
              <a:rPr lang="sv-SE" dirty="0"/>
              <a:t> and </a:t>
            </a:r>
            <a:r>
              <a:rPr lang="sv-SE" dirty="0" err="1"/>
              <a:t>Dead-code</a:t>
            </a:r>
            <a:r>
              <a:rPr lang="sv-SE" dirty="0"/>
              <a:t> elimination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5406B-5D93-DCBD-6192-B5E370D36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The </a:t>
            </a:r>
            <a:r>
              <a:rPr lang="sv-SE" dirty="0" err="1"/>
              <a:t>main</a:t>
            </a:r>
            <a:r>
              <a:rPr lang="sv-SE" dirty="0"/>
              <a:t> </a:t>
            </a:r>
            <a:r>
              <a:rPr lang="sv-SE" dirty="0" err="1"/>
              <a:t>idea</a:t>
            </a:r>
            <a:r>
              <a:rPr lang="sv-SE" dirty="0"/>
              <a:t> in copy </a:t>
            </a:r>
            <a:r>
              <a:rPr lang="sv-SE" dirty="0" err="1"/>
              <a:t>propagation</a:t>
            </a:r>
            <a:r>
              <a:rPr lang="sv-SE" dirty="0"/>
              <a:t> is to </a:t>
            </a:r>
            <a:r>
              <a:rPr lang="sv-SE" dirty="0" err="1"/>
              <a:t>use</a:t>
            </a:r>
            <a:r>
              <a:rPr lang="sv-SE" dirty="0"/>
              <a:t> </a:t>
            </a:r>
            <a:r>
              <a:rPr lang="sv-SE" i="1" dirty="0"/>
              <a:t>v</a:t>
            </a:r>
            <a:r>
              <a:rPr lang="sv-SE" dirty="0"/>
              <a:t> </a:t>
            </a:r>
            <a:r>
              <a:rPr lang="sv-SE" dirty="0" err="1"/>
              <a:t>instead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i="1" dirty="0"/>
              <a:t>u</a:t>
            </a:r>
            <a:r>
              <a:rPr lang="sv-SE" dirty="0"/>
              <a:t> </a:t>
            </a:r>
            <a:r>
              <a:rPr lang="sv-SE" dirty="0" err="1"/>
              <a:t>after</a:t>
            </a:r>
            <a:r>
              <a:rPr lang="sv-SE" dirty="0"/>
              <a:t> an </a:t>
            </a:r>
            <a:r>
              <a:rPr lang="sv-SE" dirty="0" err="1"/>
              <a:t>assignment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the form </a:t>
            </a:r>
            <a:r>
              <a:rPr lang="sv-SE" i="1" dirty="0"/>
              <a:t>u</a:t>
            </a:r>
            <a:r>
              <a:rPr lang="sv-SE" dirty="0"/>
              <a:t> = </a:t>
            </a:r>
            <a:r>
              <a:rPr lang="sv-SE" i="1" dirty="0"/>
              <a:t>v</a:t>
            </a:r>
            <a:endParaRPr lang="sv-SE" dirty="0"/>
          </a:p>
          <a:p>
            <a:r>
              <a:rPr lang="sv-SE" dirty="0"/>
              <a:t>By </a:t>
            </a:r>
            <a:r>
              <a:rPr lang="sv-SE" dirty="0" err="1"/>
              <a:t>doing</a:t>
            </a:r>
            <a:r>
              <a:rPr lang="sv-SE" dirty="0"/>
              <a:t> </a:t>
            </a:r>
            <a:r>
              <a:rPr lang="sv-SE" dirty="0" err="1"/>
              <a:t>this</a:t>
            </a:r>
            <a:r>
              <a:rPr lang="sv-SE" dirty="0"/>
              <a:t> </a:t>
            </a:r>
            <a:r>
              <a:rPr lang="sv-SE" dirty="0" err="1"/>
              <a:t>some</a:t>
            </a:r>
            <a:r>
              <a:rPr lang="sv-SE" dirty="0"/>
              <a:t> </a:t>
            </a:r>
            <a:r>
              <a:rPr lang="sv-SE" dirty="0" err="1"/>
              <a:t>variables</a:t>
            </a:r>
            <a:r>
              <a:rPr lang="sv-SE" dirty="0"/>
              <a:t> (</a:t>
            </a:r>
            <a:r>
              <a:rPr lang="sv-SE" dirty="0" err="1"/>
              <a:t>typically</a:t>
            </a:r>
            <a:r>
              <a:rPr lang="sv-SE" dirty="0"/>
              <a:t> </a:t>
            </a:r>
            <a:r>
              <a:rPr lang="sv-SE" i="1" dirty="0"/>
              <a:t>u</a:t>
            </a:r>
            <a:r>
              <a:rPr lang="sv-SE" dirty="0"/>
              <a:t>) </a:t>
            </a:r>
            <a:r>
              <a:rPr lang="sv-SE" dirty="0" err="1"/>
              <a:t>will</a:t>
            </a:r>
            <a:r>
              <a:rPr lang="sv-SE" dirty="0"/>
              <a:t> not be </a:t>
            </a:r>
            <a:r>
              <a:rPr lang="sv-SE" dirty="0" err="1"/>
              <a:t>used</a:t>
            </a:r>
            <a:r>
              <a:rPr lang="sv-SE" dirty="0"/>
              <a:t> </a:t>
            </a:r>
            <a:r>
              <a:rPr lang="sv-SE" dirty="0" err="1"/>
              <a:t>before</a:t>
            </a:r>
            <a:r>
              <a:rPr lang="sv-SE" dirty="0"/>
              <a:t> </a:t>
            </a:r>
            <a:r>
              <a:rPr lang="sv-SE" dirty="0" err="1"/>
              <a:t>they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assigned</a:t>
            </a:r>
            <a:r>
              <a:rPr lang="sv-SE" dirty="0"/>
              <a:t> new </a:t>
            </a:r>
            <a:r>
              <a:rPr lang="sv-SE" dirty="0" err="1"/>
              <a:t>values</a:t>
            </a:r>
            <a:r>
              <a:rPr lang="sv-SE" dirty="0"/>
              <a:t> </a:t>
            </a:r>
          </a:p>
          <a:p>
            <a:r>
              <a:rPr lang="sv-SE" dirty="0" err="1"/>
              <a:t>This</a:t>
            </a:r>
            <a:r>
              <a:rPr lang="sv-SE" dirty="0"/>
              <a:t> is an </a:t>
            </a:r>
            <a:r>
              <a:rPr lang="sv-SE" dirty="0" err="1"/>
              <a:t>example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dead-code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be </a:t>
            </a:r>
            <a:r>
              <a:rPr lang="sv-SE" dirty="0" err="1"/>
              <a:t>eliminated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007561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BF480-5314-3A21-1500-6F9DF2FF4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C1BF6B1-5A31-DD7B-B0F9-1D4B709E1C93}"/>
              </a:ext>
            </a:extLst>
          </p:cNvPr>
          <p:cNvGrpSpPr/>
          <p:nvPr/>
        </p:nvGrpSpPr>
        <p:grpSpPr>
          <a:xfrm>
            <a:off x="522149" y="666491"/>
            <a:ext cx="1918448" cy="1281953"/>
            <a:chOff x="860611" y="573741"/>
            <a:chExt cx="1353671" cy="1281953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19321CE-DDCF-C2BD-3021-82DCE5FA56F2}"/>
                </a:ext>
              </a:extLst>
            </p:cNvPr>
            <p:cNvSpPr txBox="1"/>
            <p:nvPr/>
          </p:nvSpPr>
          <p:spPr>
            <a:xfrm>
              <a:off x="941293" y="614553"/>
              <a:ext cx="119230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dirty="0"/>
                <a:t>i = m-1</a:t>
              </a:r>
            </a:p>
            <a:p>
              <a:r>
                <a:rPr lang="sv-SE" dirty="0"/>
                <a:t>j = n</a:t>
              </a:r>
            </a:p>
            <a:p>
              <a:r>
                <a:rPr lang="sv-SE" dirty="0"/>
                <a:t>t1 = 4*n</a:t>
              </a:r>
            </a:p>
            <a:p>
              <a:r>
                <a:rPr lang="sv-SE" dirty="0"/>
                <a:t>v = a[t1] 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062AAF8-BE84-4C87-C8EE-5E218D9D7165}"/>
                </a:ext>
              </a:extLst>
            </p:cNvPr>
            <p:cNvSpPr/>
            <p:nvPr/>
          </p:nvSpPr>
          <p:spPr>
            <a:xfrm>
              <a:off x="860611" y="573741"/>
              <a:ext cx="1353671" cy="128195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ADE1A928-07E6-7598-7D07-987114320351}"/>
              </a:ext>
            </a:extLst>
          </p:cNvPr>
          <p:cNvSpPr/>
          <p:nvPr/>
        </p:nvSpPr>
        <p:spPr>
          <a:xfrm>
            <a:off x="4177552" y="3647696"/>
            <a:ext cx="1918448" cy="13388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CE2599-641C-C2A5-F7E8-49A86D890F8E}"/>
              </a:ext>
            </a:extLst>
          </p:cNvPr>
          <p:cNvSpPr/>
          <p:nvPr/>
        </p:nvSpPr>
        <p:spPr>
          <a:xfrm>
            <a:off x="8677835" y="706545"/>
            <a:ext cx="1918448" cy="12819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15ED4E-89A2-C086-5A4C-F2A641B02ECC}"/>
              </a:ext>
            </a:extLst>
          </p:cNvPr>
          <p:cNvSpPr/>
          <p:nvPr/>
        </p:nvSpPr>
        <p:spPr>
          <a:xfrm>
            <a:off x="4177552" y="711947"/>
            <a:ext cx="1918448" cy="12819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4F4194-4A84-F172-2F3A-F9C53F523B31}"/>
              </a:ext>
            </a:extLst>
          </p:cNvPr>
          <p:cNvSpPr txBox="1"/>
          <p:nvPr/>
        </p:nvSpPr>
        <p:spPr>
          <a:xfrm>
            <a:off x="8792179" y="703389"/>
            <a:ext cx="1689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j = j-1</a:t>
            </a:r>
          </a:p>
          <a:p>
            <a:r>
              <a:rPr lang="sv-SE" dirty="0"/>
              <a:t>t4 = 4*j</a:t>
            </a:r>
          </a:p>
          <a:p>
            <a:r>
              <a:rPr lang="sv-SE" dirty="0"/>
              <a:t>t5 = a[t4] </a:t>
            </a:r>
          </a:p>
          <a:p>
            <a:r>
              <a:rPr lang="sv-SE" dirty="0"/>
              <a:t>If t5 &gt; v </a:t>
            </a:r>
            <a:r>
              <a:rPr lang="sv-SE" dirty="0" err="1"/>
              <a:t>goto</a:t>
            </a:r>
            <a:r>
              <a:rPr lang="sv-SE" dirty="0"/>
              <a:t> B3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C413A2-E95D-E9D4-A0AD-EE9AD0AB2016}"/>
              </a:ext>
            </a:extLst>
          </p:cNvPr>
          <p:cNvSpPr txBox="1"/>
          <p:nvPr/>
        </p:nvSpPr>
        <p:spPr>
          <a:xfrm>
            <a:off x="4280426" y="694474"/>
            <a:ext cx="1689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i = i+1</a:t>
            </a:r>
          </a:p>
          <a:p>
            <a:r>
              <a:rPr lang="sv-SE" dirty="0"/>
              <a:t>t2 = 4*i</a:t>
            </a:r>
          </a:p>
          <a:p>
            <a:r>
              <a:rPr lang="sv-SE" dirty="0"/>
              <a:t>t3 = a[t2] </a:t>
            </a:r>
          </a:p>
          <a:p>
            <a:r>
              <a:rPr lang="sv-SE" dirty="0"/>
              <a:t>If t3 &lt; v </a:t>
            </a:r>
            <a:r>
              <a:rPr lang="sv-SE" dirty="0" err="1"/>
              <a:t>goto</a:t>
            </a:r>
            <a:r>
              <a:rPr lang="sv-SE" dirty="0"/>
              <a:t> B2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C88E0B-A598-CECF-41F9-3E0193CB963F}"/>
              </a:ext>
            </a:extLst>
          </p:cNvPr>
          <p:cNvSpPr/>
          <p:nvPr/>
        </p:nvSpPr>
        <p:spPr>
          <a:xfrm>
            <a:off x="8677835" y="3661613"/>
            <a:ext cx="1918448" cy="12335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64EAAB-9C87-CD21-D34E-B6458A43ADD8}"/>
              </a:ext>
            </a:extLst>
          </p:cNvPr>
          <p:cNvSpPr txBox="1"/>
          <p:nvPr/>
        </p:nvSpPr>
        <p:spPr>
          <a:xfrm>
            <a:off x="4291896" y="3661613"/>
            <a:ext cx="1689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x = t3</a:t>
            </a:r>
          </a:p>
          <a:p>
            <a:r>
              <a:rPr lang="sv-SE" dirty="0"/>
              <a:t>a[t2] = t5</a:t>
            </a:r>
          </a:p>
          <a:p>
            <a:r>
              <a:rPr lang="sv-SE" dirty="0"/>
              <a:t>a[t4] = x</a:t>
            </a:r>
          </a:p>
          <a:p>
            <a:r>
              <a:rPr lang="sv-SE" dirty="0" err="1"/>
              <a:t>goto</a:t>
            </a:r>
            <a:r>
              <a:rPr lang="sv-SE" dirty="0"/>
              <a:t> B2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691226-E178-3CC4-2071-564D1B1EB22F}"/>
              </a:ext>
            </a:extLst>
          </p:cNvPr>
          <p:cNvSpPr txBox="1"/>
          <p:nvPr/>
        </p:nvSpPr>
        <p:spPr>
          <a:xfrm>
            <a:off x="8792179" y="3647695"/>
            <a:ext cx="1689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x = t3</a:t>
            </a:r>
          </a:p>
          <a:p>
            <a:r>
              <a:rPr lang="sv-SE" dirty="0"/>
              <a:t>t14 = a[t1]</a:t>
            </a:r>
          </a:p>
          <a:p>
            <a:r>
              <a:rPr lang="sv-SE" dirty="0"/>
              <a:t>a[t2] = t14</a:t>
            </a:r>
          </a:p>
          <a:p>
            <a:r>
              <a:rPr lang="sv-SE" dirty="0"/>
              <a:t>a[t1] = 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8E8C7C-9062-3926-3B05-2E22892440AF}"/>
              </a:ext>
            </a:extLst>
          </p:cNvPr>
          <p:cNvSpPr/>
          <p:nvPr/>
        </p:nvSpPr>
        <p:spPr>
          <a:xfrm>
            <a:off x="6525824" y="2561896"/>
            <a:ext cx="1918448" cy="606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439B43-9012-AA7C-BDAA-1A751ECDD051}"/>
              </a:ext>
            </a:extLst>
          </p:cNvPr>
          <p:cNvSpPr txBox="1"/>
          <p:nvPr/>
        </p:nvSpPr>
        <p:spPr>
          <a:xfrm>
            <a:off x="6637283" y="2751083"/>
            <a:ext cx="1602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If i &gt;= j </a:t>
            </a:r>
            <a:r>
              <a:rPr lang="sv-SE" dirty="0" err="1"/>
              <a:t>goto</a:t>
            </a:r>
            <a:r>
              <a:rPr lang="sv-SE" dirty="0"/>
              <a:t> B6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9BB461-7764-381C-2309-AB20CC5256C8}"/>
              </a:ext>
            </a:extLst>
          </p:cNvPr>
          <p:cNvSpPr txBox="1"/>
          <p:nvPr/>
        </p:nvSpPr>
        <p:spPr>
          <a:xfrm>
            <a:off x="291512" y="256347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B1: i =m-1; j = n; v = a[n];	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CE1F72E-49D0-9444-7610-C19C1AA139A4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440597" y="1307467"/>
            <a:ext cx="161114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8E0E1D0-17AD-22CC-C8D4-3B2664A8E81C}"/>
              </a:ext>
            </a:extLst>
          </p:cNvPr>
          <p:cNvSpPr/>
          <p:nvPr/>
        </p:nvSpPr>
        <p:spPr>
          <a:xfrm>
            <a:off x="3532843" y="70948"/>
            <a:ext cx="2992981" cy="890749"/>
          </a:xfrm>
          <a:custGeom>
            <a:avLst/>
            <a:gdLst>
              <a:gd name="connsiteX0" fmla="*/ 2560529 w 2987059"/>
              <a:gd name="connsiteY0" fmla="*/ 633941 h 681238"/>
              <a:gd name="connsiteX1" fmla="*/ 2986198 w 2987059"/>
              <a:gd name="connsiteY1" fmla="*/ 428989 h 681238"/>
              <a:gd name="connsiteX2" fmla="*/ 2568412 w 2987059"/>
              <a:gd name="connsiteY2" fmla="*/ 42734 h 681238"/>
              <a:gd name="connsiteX3" fmla="*/ 290295 w 2987059"/>
              <a:gd name="connsiteY3" fmla="*/ 66382 h 681238"/>
              <a:gd name="connsiteX4" fmla="*/ 61695 w 2987059"/>
              <a:gd name="connsiteY4" fmla="*/ 547231 h 681238"/>
              <a:gd name="connsiteX5" fmla="*/ 574074 w 2987059"/>
              <a:gd name="connsiteY5" fmla="*/ 681238 h 681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87059" h="681238">
                <a:moveTo>
                  <a:pt x="2560529" y="633941"/>
                </a:moveTo>
                <a:cubicBezTo>
                  <a:pt x="2772706" y="580732"/>
                  <a:pt x="2984884" y="527523"/>
                  <a:pt x="2986198" y="428989"/>
                </a:cubicBezTo>
                <a:cubicBezTo>
                  <a:pt x="2987512" y="330455"/>
                  <a:pt x="3017729" y="103168"/>
                  <a:pt x="2568412" y="42734"/>
                </a:cubicBezTo>
                <a:cubicBezTo>
                  <a:pt x="2119095" y="-17701"/>
                  <a:pt x="708081" y="-17701"/>
                  <a:pt x="290295" y="66382"/>
                </a:cubicBezTo>
                <a:cubicBezTo>
                  <a:pt x="-127491" y="150465"/>
                  <a:pt x="14398" y="444755"/>
                  <a:pt x="61695" y="547231"/>
                </a:cubicBezTo>
                <a:cubicBezTo>
                  <a:pt x="108991" y="649707"/>
                  <a:pt x="341532" y="665472"/>
                  <a:pt x="574074" y="681238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0F0236-7E63-684F-32A9-840D49CD0683}"/>
              </a:ext>
            </a:extLst>
          </p:cNvPr>
          <p:cNvSpPr txBox="1"/>
          <p:nvPr/>
        </p:nvSpPr>
        <p:spPr>
          <a:xfrm>
            <a:off x="3659448" y="281090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B2: do i = i+1 </a:t>
            </a:r>
            <a:r>
              <a:rPr lang="sv-SE" dirty="0" err="1"/>
              <a:t>while</a:t>
            </a:r>
            <a:r>
              <a:rPr lang="sv-SE" dirty="0"/>
              <a:t> (a[i] &lt; v); 	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4CF0389-001E-0E7B-D843-B2F151151284}"/>
              </a:ext>
            </a:extLst>
          </p:cNvPr>
          <p:cNvSpPr/>
          <p:nvPr/>
        </p:nvSpPr>
        <p:spPr>
          <a:xfrm>
            <a:off x="8044409" y="86714"/>
            <a:ext cx="2992981" cy="890749"/>
          </a:xfrm>
          <a:custGeom>
            <a:avLst/>
            <a:gdLst>
              <a:gd name="connsiteX0" fmla="*/ 2560529 w 2987059"/>
              <a:gd name="connsiteY0" fmla="*/ 633941 h 681238"/>
              <a:gd name="connsiteX1" fmla="*/ 2986198 w 2987059"/>
              <a:gd name="connsiteY1" fmla="*/ 428989 h 681238"/>
              <a:gd name="connsiteX2" fmla="*/ 2568412 w 2987059"/>
              <a:gd name="connsiteY2" fmla="*/ 42734 h 681238"/>
              <a:gd name="connsiteX3" fmla="*/ 290295 w 2987059"/>
              <a:gd name="connsiteY3" fmla="*/ 66382 h 681238"/>
              <a:gd name="connsiteX4" fmla="*/ 61695 w 2987059"/>
              <a:gd name="connsiteY4" fmla="*/ 547231 h 681238"/>
              <a:gd name="connsiteX5" fmla="*/ 574074 w 2987059"/>
              <a:gd name="connsiteY5" fmla="*/ 681238 h 681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87059" h="681238">
                <a:moveTo>
                  <a:pt x="2560529" y="633941"/>
                </a:moveTo>
                <a:cubicBezTo>
                  <a:pt x="2772706" y="580732"/>
                  <a:pt x="2984884" y="527523"/>
                  <a:pt x="2986198" y="428989"/>
                </a:cubicBezTo>
                <a:cubicBezTo>
                  <a:pt x="2987512" y="330455"/>
                  <a:pt x="3017729" y="103168"/>
                  <a:pt x="2568412" y="42734"/>
                </a:cubicBezTo>
                <a:cubicBezTo>
                  <a:pt x="2119095" y="-17701"/>
                  <a:pt x="708081" y="-17701"/>
                  <a:pt x="290295" y="66382"/>
                </a:cubicBezTo>
                <a:cubicBezTo>
                  <a:pt x="-127491" y="150465"/>
                  <a:pt x="14398" y="444755"/>
                  <a:pt x="61695" y="547231"/>
                </a:cubicBezTo>
                <a:cubicBezTo>
                  <a:pt x="108991" y="649707"/>
                  <a:pt x="341532" y="665472"/>
                  <a:pt x="574074" y="681238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2960851-DCD4-F7BA-4EA2-7DCA03AC1F7A}"/>
              </a:ext>
            </a:extLst>
          </p:cNvPr>
          <p:cNvCxnSpPr>
            <a:cxnSpLocks/>
          </p:cNvCxnSpPr>
          <p:nvPr/>
        </p:nvCxnSpPr>
        <p:spPr>
          <a:xfrm>
            <a:off x="6096000" y="1307467"/>
            <a:ext cx="24674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2393458-247D-D03F-4602-9D6FD8B7681B}"/>
              </a:ext>
            </a:extLst>
          </p:cNvPr>
          <p:cNvSpPr txBox="1"/>
          <p:nvPr/>
        </p:nvSpPr>
        <p:spPr>
          <a:xfrm>
            <a:off x="8159731" y="288759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B3: do j = j-1 </a:t>
            </a:r>
            <a:r>
              <a:rPr lang="sv-SE" dirty="0" err="1"/>
              <a:t>while</a:t>
            </a:r>
            <a:r>
              <a:rPr lang="sv-SE" dirty="0"/>
              <a:t> (a[j] &gt; v); 	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9AB678F-6674-65EC-A218-37C19D0C8DC0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7843345" y="1988498"/>
            <a:ext cx="1793714" cy="4866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8D0A867-0A71-7EAA-182D-7A594530E0AE}"/>
              </a:ext>
            </a:extLst>
          </p:cNvPr>
          <p:cNvCxnSpPr>
            <a:cxnSpLocks/>
          </p:cNvCxnSpPr>
          <p:nvPr/>
        </p:nvCxnSpPr>
        <p:spPr>
          <a:xfrm flipH="1">
            <a:off x="5817476" y="3168869"/>
            <a:ext cx="1143000" cy="417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1814EDD-B315-CB50-6DFA-5E75FEFDF5C7}"/>
              </a:ext>
            </a:extLst>
          </p:cNvPr>
          <p:cNvCxnSpPr/>
          <p:nvPr/>
        </p:nvCxnSpPr>
        <p:spPr>
          <a:xfrm>
            <a:off x="8044409" y="3168869"/>
            <a:ext cx="1028646" cy="417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93D619F-C586-C124-B46E-643E0D24D006}"/>
              </a:ext>
            </a:extLst>
          </p:cNvPr>
          <p:cNvSpPr txBox="1"/>
          <p:nvPr/>
        </p:nvSpPr>
        <p:spPr>
          <a:xfrm>
            <a:off x="5944813" y="216656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B4: </a:t>
            </a:r>
            <a:r>
              <a:rPr lang="sv-SE" dirty="0" err="1"/>
              <a:t>if</a:t>
            </a:r>
            <a:r>
              <a:rPr lang="sv-SE" dirty="0"/>
              <a:t> (i &gt;= j) break 	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D998ACF-CDA7-08E0-9752-00CADEFAA253}"/>
              </a:ext>
            </a:extLst>
          </p:cNvPr>
          <p:cNvCxnSpPr/>
          <p:nvPr/>
        </p:nvCxnSpPr>
        <p:spPr>
          <a:xfrm flipV="1">
            <a:off x="4406462" y="2112579"/>
            <a:ext cx="0" cy="1535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4DC863E-6248-7B48-100D-3ECDF3A2554B}"/>
              </a:ext>
            </a:extLst>
          </p:cNvPr>
          <p:cNvSpPr txBox="1"/>
          <p:nvPr/>
        </p:nvSpPr>
        <p:spPr>
          <a:xfrm>
            <a:off x="1222897" y="4617191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B5: x = a[i]; a[i] = a[j]; a[j] = x;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CC8A5D5-73E3-3187-8213-785FA760B077}"/>
              </a:ext>
            </a:extLst>
          </p:cNvPr>
          <p:cNvSpPr txBox="1"/>
          <p:nvPr/>
        </p:nvSpPr>
        <p:spPr>
          <a:xfrm>
            <a:off x="9023576" y="3231241"/>
            <a:ext cx="3145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B6: x = a[i]; a[i] = a[n]; a[n] = x;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1ECB08-6787-9C0B-11C3-51011CDEAF22}"/>
              </a:ext>
            </a:extLst>
          </p:cNvPr>
          <p:cNvSpPr txBox="1"/>
          <p:nvPr/>
        </p:nvSpPr>
        <p:spPr>
          <a:xfrm>
            <a:off x="4704860" y="5374193"/>
            <a:ext cx="5249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B5 and B6 </a:t>
            </a:r>
            <a:r>
              <a:rPr lang="sv-SE" dirty="0" err="1"/>
              <a:t>after</a:t>
            </a:r>
            <a:r>
              <a:rPr lang="sv-SE" dirty="0"/>
              <a:t> common </a:t>
            </a:r>
            <a:r>
              <a:rPr lang="sv-SE" dirty="0" err="1"/>
              <a:t>subexpression</a:t>
            </a:r>
            <a:r>
              <a:rPr lang="sv-SE" dirty="0"/>
              <a:t> elimination</a:t>
            </a:r>
          </a:p>
        </p:txBody>
      </p:sp>
    </p:spTree>
    <p:extLst>
      <p:ext uri="{BB962C8B-B14F-4D97-AF65-F5344CB8AC3E}">
        <p14:creationId xmlns:p14="http://schemas.microsoft.com/office/powerpoint/2010/main" val="2237773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A5163-6E02-37A1-B0BF-89FFABD9F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EECB106-0E2C-4B30-4407-9F2EE655E057}"/>
              </a:ext>
            </a:extLst>
          </p:cNvPr>
          <p:cNvGrpSpPr/>
          <p:nvPr/>
        </p:nvGrpSpPr>
        <p:grpSpPr>
          <a:xfrm>
            <a:off x="522149" y="666491"/>
            <a:ext cx="1918448" cy="1281953"/>
            <a:chOff x="860611" y="573741"/>
            <a:chExt cx="1353671" cy="1281953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9BF7ADC-6418-C54C-BB85-7A001510D9DF}"/>
                </a:ext>
              </a:extLst>
            </p:cNvPr>
            <p:cNvSpPr txBox="1"/>
            <p:nvPr/>
          </p:nvSpPr>
          <p:spPr>
            <a:xfrm>
              <a:off x="941293" y="614553"/>
              <a:ext cx="119230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dirty="0"/>
                <a:t>i = m-1</a:t>
              </a:r>
            </a:p>
            <a:p>
              <a:r>
                <a:rPr lang="sv-SE" dirty="0"/>
                <a:t>j = n</a:t>
              </a:r>
            </a:p>
            <a:p>
              <a:r>
                <a:rPr lang="sv-SE" dirty="0"/>
                <a:t>t1 = 4*n</a:t>
              </a:r>
            </a:p>
            <a:p>
              <a:r>
                <a:rPr lang="sv-SE" dirty="0"/>
                <a:t>v = a[t1] 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EE67EEE-7376-A0FB-4FCD-9E830C44CC47}"/>
                </a:ext>
              </a:extLst>
            </p:cNvPr>
            <p:cNvSpPr/>
            <p:nvPr/>
          </p:nvSpPr>
          <p:spPr>
            <a:xfrm>
              <a:off x="860611" y="573741"/>
              <a:ext cx="1353671" cy="128195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054AEC18-6DAD-797C-5094-A74836E69CB9}"/>
              </a:ext>
            </a:extLst>
          </p:cNvPr>
          <p:cNvSpPr/>
          <p:nvPr/>
        </p:nvSpPr>
        <p:spPr>
          <a:xfrm>
            <a:off x="4177552" y="3647696"/>
            <a:ext cx="1918448" cy="13388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0EC9EC-2359-EF3B-A723-E6D3D864B96C}"/>
              </a:ext>
            </a:extLst>
          </p:cNvPr>
          <p:cNvSpPr/>
          <p:nvPr/>
        </p:nvSpPr>
        <p:spPr>
          <a:xfrm>
            <a:off x="8677835" y="706545"/>
            <a:ext cx="1918448" cy="12819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B5F1DE-3462-C98F-7D6B-DC2399AAA6FC}"/>
              </a:ext>
            </a:extLst>
          </p:cNvPr>
          <p:cNvSpPr/>
          <p:nvPr/>
        </p:nvSpPr>
        <p:spPr>
          <a:xfrm>
            <a:off x="4177552" y="711947"/>
            <a:ext cx="1918448" cy="12819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8FFAF3-9C92-BD15-5333-8127901C0049}"/>
              </a:ext>
            </a:extLst>
          </p:cNvPr>
          <p:cNvSpPr txBox="1"/>
          <p:nvPr/>
        </p:nvSpPr>
        <p:spPr>
          <a:xfrm>
            <a:off x="8792179" y="703389"/>
            <a:ext cx="1689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j = j-1</a:t>
            </a:r>
          </a:p>
          <a:p>
            <a:r>
              <a:rPr lang="sv-SE" dirty="0"/>
              <a:t>t4 = 4*j</a:t>
            </a:r>
          </a:p>
          <a:p>
            <a:r>
              <a:rPr lang="sv-SE" dirty="0"/>
              <a:t>t5 = a[t4] </a:t>
            </a:r>
          </a:p>
          <a:p>
            <a:r>
              <a:rPr lang="sv-SE" dirty="0"/>
              <a:t>If t5 &gt; v </a:t>
            </a:r>
            <a:r>
              <a:rPr lang="sv-SE" dirty="0" err="1"/>
              <a:t>goto</a:t>
            </a:r>
            <a:r>
              <a:rPr lang="sv-SE" dirty="0"/>
              <a:t> B3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62192D-8DFA-C2C6-1988-084CDFCCB6BF}"/>
              </a:ext>
            </a:extLst>
          </p:cNvPr>
          <p:cNvSpPr txBox="1"/>
          <p:nvPr/>
        </p:nvSpPr>
        <p:spPr>
          <a:xfrm>
            <a:off x="4280426" y="694474"/>
            <a:ext cx="1689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i = i+1</a:t>
            </a:r>
          </a:p>
          <a:p>
            <a:r>
              <a:rPr lang="sv-SE" dirty="0"/>
              <a:t>t2 = 4*i</a:t>
            </a:r>
          </a:p>
          <a:p>
            <a:r>
              <a:rPr lang="sv-SE" dirty="0"/>
              <a:t>t3 = a[t2] </a:t>
            </a:r>
          </a:p>
          <a:p>
            <a:r>
              <a:rPr lang="sv-SE" dirty="0"/>
              <a:t>If t3 &lt; v </a:t>
            </a:r>
            <a:r>
              <a:rPr lang="sv-SE" dirty="0" err="1"/>
              <a:t>goto</a:t>
            </a:r>
            <a:r>
              <a:rPr lang="sv-SE" dirty="0"/>
              <a:t> B2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642B7B-1648-EB05-4184-3697251343FC}"/>
              </a:ext>
            </a:extLst>
          </p:cNvPr>
          <p:cNvSpPr/>
          <p:nvPr/>
        </p:nvSpPr>
        <p:spPr>
          <a:xfrm>
            <a:off x="8677835" y="3661613"/>
            <a:ext cx="1918448" cy="12335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8DA08E-3953-A580-9EB7-5F416EE70D91}"/>
              </a:ext>
            </a:extLst>
          </p:cNvPr>
          <p:cNvSpPr txBox="1"/>
          <p:nvPr/>
        </p:nvSpPr>
        <p:spPr>
          <a:xfrm>
            <a:off x="4291896" y="3661613"/>
            <a:ext cx="1689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x = t3</a:t>
            </a:r>
          </a:p>
          <a:p>
            <a:r>
              <a:rPr lang="sv-SE" dirty="0"/>
              <a:t>a[t2] = t5</a:t>
            </a:r>
          </a:p>
          <a:p>
            <a:r>
              <a:rPr lang="sv-SE" dirty="0"/>
              <a:t>a[t4] = t3</a:t>
            </a:r>
          </a:p>
          <a:p>
            <a:r>
              <a:rPr lang="sv-SE" dirty="0" err="1"/>
              <a:t>goto</a:t>
            </a:r>
            <a:r>
              <a:rPr lang="sv-SE" dirty="0"/>
              <a:t> B2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A026C5-0422-BE45-B2FA-40BCD999F887}"/>
              </a:ext>
            </a:extLst>
          </p:cNvPr>
          <p:cNvSpPr txBox="1"/>
          <p:nvPr/>
        </p:nvSpPr>
        <p:spPr>
          <a:xfrm>
            <a:off x="8792179" y="3647695"/>
            <a:ext cx="1689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x = t3</a:t>
            </a:r>
          </a:p>
          <a:p>
            <a:r>
              <a:rPr lang="sv-SE" dirty="0"/>
              <a:t>t14 = a[t1]</a:t>
            </a:r>
          </a:p>
          <a:p>
            <a:r>
              <a:rPr lang="sv-SE" dirty="0"/>
              <a:t>a[t2] = t14</a:t>
            </a:r>
          </a:p>
          <a:p>
            <a:r>
              <a:rPr lang="sv-SE" dirty="0"/>
              <a:t>a[t1] = 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328571-CD51-854B-0F1A-8FCEC8177AB1}"/>
              </a:ext>
            </a:extLst>
          </p:cNvPr>
          <p:cNvSpPr/>
          <p:nvPr/>
        </p:nvSpPr>
        <p:spPr>
          <a:xfrm>
            <a:off x="6525824" y="2561896"/>
            <a:ext cx="1918448" cy="606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BC278C-289A-8A6E-FFFF-A3AE2955DFFF}"/>
              </a:ext>
            </a:extLst>
          </p:cNvPr>
          <p:cNvSpPr txBox="1"/>
          <p:nvPr/>
        </p:nvSpPr>
        <p:spPr>
          <a:xfrm>
            <a:off x="6637283" y="2751083"/>
            <a:ext cx="1602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If i &gt;= j </a:t>
            </a:r>
            <a:r>
              <a:rPr lang="sv-SE" dirty="0" err="1"/>
              <a:t>goto</a:t>
            </a:r>
            <a:r>
              <a:rPr lang="sv-SE" dirty="0"/>
              <a:t> B6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14B488-D32C-20A0-BD52-FEAB1F2863D5}"/>
              </a:ext>
            </a:extLst>
          </p:cNvPr>
          <p:cNvSpPr txBox="1"/>
          <p:nvPr/>
        </p:nvSpPr>
        <p:spPr>
          <a:xfrm>
            <a:off x="291512" y="256347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B1: i =m-1; j = n; v = a[n];	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F0A02CB-4BAF-7D2E-63B2-44033DABF0FD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440597" y="1307467"/>
            <a:ext cx="161114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10D2FC6-3D98-0973-29AD-07530DFE77F0}"/>
              </a:ext>
            </a:extLst>
          </p:cNvPr>
          <p:cNvSpPr/>
          <p:nvPr/>
        </p:nvSpPr>
        <p:spPr>
          <a:xfrm>
            <a:off x="3532843" y="70948"/>
            <a:ext cx="2992981" cy="890749"/>
          </a:xfrm>
          <a:custGeom>
            <a:avLst/>
            <a:gdLst>
              <a:gd name="connsiteX0" fmla="*/ 2560529 w 2987059"/>
              <a:gd name="connsiteY0" fmla="*/ 633941 h 681238"/>
              <a:gd name="connsiteX1" fmla="*/ 2986198 w 2987059"/>
              <a:gd name="connsiteY1" fmla="*/ 428989 h 681238"/>
              <a:gd name="connsiteX2" fmla="*/ 2568412 w 2987059"/>
              <a:gd name="connsiteY2" fmla="*/ 42734 h 681238"/>
              <a:gd name="connsiteX3" fmla="*/ 290295 w 2987059"/>
              <a:gd name="connsiteY3" fmla="*/ 66382 h 681238"/>
              <a:gd name="connsiteX4" fmla="*/ 61695 w 2987059"/>
              <a:gd name="connsiteY4" fmla="*/ 547231 h 681238"/>
              <a:gd name="connsiteX5" fmla="*/ 574074 w 2987059"/>
              <a:gd name="connsiteY5" fmla="*/ 681238 h 681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87059" h="681238">
                <a:moveTo>
                  <a:pt x="2560529" y="633941"/>
                </a:moveTo>
                <a:cubicBezTo>
                  <a:pt x="2772706" y="580732"/>
                  <a:pt x="2984884" y="527523"/>
                  <a:pt x="2986198" y="428989"/>
                </a:cubicBezTo>
                <a:cubicBezTo>
                  <a:pt x="2987512" y="330455"/>
                  <a:pt x="3017729" y="103168"/>
                  <a:pt x="2568412" y="42734"/>
                </a:cubicBezTo>
                <a:cubicBezTo>
                  <a:pt x="2119095" y="-17701"/>
                  <a:pt x="708081" y="-17701"/>
                  <a:pt x="290295" y="66382"/>
                </a:cubicBezTo>
                <a:cubicBezTo>
                  <a:pt x="-127491" y="150465"/>
                  <a:pt x="14398" y="444755"/>
                  <a:pt x="61695" y="547231"/>
                </a:cubicBezTo>
                <a:cubicBezTo>
                  <a:pt x="108991" y="649707"/>
                  <a:pt x="341532" y="665472"/>
                  <a:pt x="574074" y="681238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4280C2-560F-D78D-67FF-F0FE8F8BB85B}"/>
              </a:ext>
            </a:extLst>
          </p:cNvPr>
          <p:cNvSpPr txBox="1"/>
          <p:nvPr/>
        </p:nvSpPr>
        <p:spPr>
          <a:xfrm>
            <a:off x="3659448" y="281090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B2: do i = i+1 </a:t>
            </a:r>
            <a:r>
              <a:rPr lang="sv-SE" dirty="0" err="1"/>
              <a:t>while</a:t>
            </a:r>
            <a:r>
              <a:rPr lang="sv-SE" dirty="0"/>
              <a:t> (a[i] &lt; v); 	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7E7F974-7BFD-5CBD-47B3-F3AE13D47105}"/>
              </a:ext>
            </a:extLst>
          </p:cNvPr>
          <p:cNvSpPr/>
          <p:nvPr/>
        </p:nvSpPr>
        <p:spPr>
          <a:xfrm>
            <a:off x="8044409" y="86714"/>
            <a:ext cx="2992981" cy="890749"/>
          </a:xfrm>
          <a:custGeom>
            <a:avLst/>
            <a:gdLst>
              <a:gd name="connsiteX0" fmla="*/ 2560529 w 2987059"/>
              <a:gd name="connsiteY0" fmla="*/ 633941 h 681238"/>
              <a:gd name="connsiteX1" fmla="*/ 2986198 w 2987059"/>
              <a:gd name="connsiteY1" fmla="*/ 428989 h 681238"/>
              <a:gd name="connsiteX2" fmla="*/ 2568412 w 2987059"/>
              <a:gd name="connsiteY2" fmla="*/ 42734 h 681238"/>
              <a:gd name="connsiteX3" fmla="*/ 290295 w 2987059"/>
              <a:gd name="connsiteY3" fmla="*/ 66382 h 681238"/>
              <a:gd name="connsiteX4" fmla="*/ 61695 w 2987059"/>
              <a:gd name="connsiteY4" fmla="*/ 547231 h 681238"/>
              <a:gd name="connsiteX5" fmla="*/ 574074 w 2987059"/>
              <a:gd name="connsiteY5" fmla="*/ 681238 h 681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87059" h="681238">
                <a:moveTo>
                  <a:pt x="2560529" y="633941"/>
                </a:moveTo>
                <a:cubicBezTo>
                  <a:pt x="2772706" y="580732"/>
                  <a:pt x="2984884" y="527523"/>
                  <a:pt x="2986198" y="428989"/>
                </a:cubicBezTo>
                <a:cubicBezTo>
                  <a:pt x="2987512" y="330455"/>
                  <a:pt x="3017729" y="103168"/>
                  <a:pt x="2568412" y="42734"/>
                </a:cubicBezTo>
                <a:cubicBezTo>
                  <a:pt x="2119095" y="-17701"/>
                  <a:pt x="708081" y="-17701"/>
                  <a:pt x="290295" y="66382"/>
                </a:cubicBezTo>
                <a:cubicBezTo>
                  <a:pt x="-127491" y="150465"/>
                  <a:pt x="14398" y="444755"/>
                  <a:pt x="61695" y="547231"/>
                </a:cubicBezTo>
                <a:cubicBezTo>
                  <a:pt x="108991" y="649707"/>
                  <a:pt x="341532" y="665472"/>
                  <a:pt x="574074" y="681238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39E5DBB-3041-9237-B57B-3D1BC9BE8C9E}"/>
              </a:ext>
            </a:extLst>
          </p:cNvPr>
          <p:cNvCxnSpPr>
            <a:cxnSpLocks/>
          </p:cNvCxnSpPr>
          <p:nvPr/>
        </p:nvCxnSpPr>
        <p:spPr>
          <a:xfrm>
            <a:off x="6096000" y="1307467"/>
            <a:ext cx="24674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F730A59-C40C-F0AD-09F9-83F02E0C13B0}"/>
              </a:ext>
            </a:extLst>
          </p:cNvPr>
          <p:cNvSpPr txBox="1"/>
          <p:nvPr/>
        </p:nvSpPr>
        <p:spPr>
          <a:xfrm>
            <a:off x="8159731" y="288759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B3: do j = j-1 </a:t>
            </a:r>
            <a:r>
              <a:rPr lang="sv-SE" dirty="0" err="1"/>
              <a:t>while</a:t>
            </a:r>
            <a:r>
              <a:rPr lang="sv-SE" dirty="0"/>
              <a:t> (a[j] &gt; v); 	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628FFB5-A0A2-B4AE-BC61-374218F4281F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7843345" y="1988498"/>
            <a:ext cx="1793714" cy="4866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529D8DE-582E-8B80-FCC5-EAA018AAD624}"/>
              </a:ext>
            </a:extLst>
          </p:cNvPr>
          <p:cNvCxnSpPr>
            <a:cxnSpLocks/>
          </p:cNvCxnSpPr>
          <p:nvPr/>
        </p:nvCxnSpPr>
        <p:spPr>
          <a:xfrm flipH="1">
            <a:off x="5817476" y="3168869"/>
            <a:ext cx="1143000" cy="417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3485557-A5F8-1698-3DB2-D09331A24BEF}"/>
              </a:ext>
            </a:extLst>
          </p:cNvPr>
          <p:cNvCxnSpPr/>
          <p:nvPr/>
        </p:nvCxnSpPr>
        <p:spPr>
          <a:xfrm>
            <a:off x="8044409" y="3168869"/>
            <a:ext cx="1028646" cy="417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3840766-09FD-1526-AC4F-0E46F046AE01}"/>
              </a:ext>
            </a:extLst>
          </p:cNvPr>
          <p:cNvSpPr txBox="1"/>
          <p:nvPr/>
        </p:nvSpPr>
        <p:spPr>
          <a:xfrm>
            <a:off x="5944813" y="216656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B4: </a:t>
            </a:r>
            <a:r>
              <a:rPr lang="sv-SE" dirty="0" err="1"/>
              <a:t>if</a:t>
            </a:r>
            <a:r>
              <a:rPr lang="sv-SE" dirty="0"/>
              <a:t> (i &gt;= j) break 	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3886FDB-3CEE-6603-C46A-2C6FEA8322E5}"/>
              </a:ext>
            </a:extLst>
          </p:cNvPr>
          <p:cNvCxnSpPr/>
          <p:nvPr/>
        </p:nvCxnSpPr>
        <p:spPr>
          <a:xfrm flipV="1">
            <a:off x="4406462" y="2112579"/>
            <a:ext cx="0" cy="1535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96B1C8C3-13DB-CD67-17E1-4BD26B7499DC}"/>
              </a:ext>
            </a:extLst>
          </p:cNvPr>
          <p:cNvSpPr txBox="1"/>
          <p:nvPr/>
        </p:nvSpPr>
        <p:spPr>
          <a:xfrm>
            <a:off x="1222897" y="4617191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B5: x = a[i]; a[i] = a[j]; a[j] = x;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1BF236-8B81-E82A-56A8-4CB53550D63F}"/>
              </a:ext>
            </a:extLst>
          </p:cNvPr>
          <p:cNvSpPr txBox="1"/>
          <p:nvPr/>
        </p:nvSpPr>
        <p:spPr>
          <a:xfrm>
            <a:off x="9023576" y="3231241"/>
            <a:ext cx="3145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B6: x = a[i]; a[i] = a[n]; a[n] = x;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1158C8-2808-2AB1-644F-8CA61C944149}"/>
              </a:ext>
            </a:extLst>
          </p:cNvPr>
          <p:cNvSpPr txBox="1"/>
          <p:nvPr/>
        </p:nvSpPr>
        <p:spPr>
          <a:xfrm>
            <a:off x="4704860" y="5374193"/>
            <a:ext cx="5299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B5 and B6 </a:t>
            </a:r>
            <a:r>
              <a:rPr lang="sv-SE" dirty="0" err="1"/>
              <a:t>after</a:t>
            </a:r>
            <a:r>
              <a:rPr lang="sv-SE" dirty="0"/>
              <a:t> common </a:t>
            </a:r>
            <a:r>
              <a:rPr lang="sv-SE" dirty="0" err="1"/>
              <a:t>subexpression</a:t>
            </a:r>
            <a:r>
              <a:rPr lang="sv-SE" dirty="0"/>
              <a:t> elimination</a:t>
            </a:r>
          </a:p>
          <a:p>
            <a:r>
              <a:rPr lang="sv-SE" dirty="0"/>
              <a:t>Copy </a:t>
            </a:r>
            <a:r>
              <a:rPr lang="sv-SE" dirty="0" err="1"/>
              <a:t>propagation</a:t>
            </a:r>
            <a:r>
              <a:rPr lang="sv-SE" dirty="0"/>
              <a:t> in B5</a:t>
            </a:r>
          </a:p>
        </p:txBody>
      </p:sp>
    </p:spTree>
    <p:extLst>
      <p:ext uri="{BB962C8B-B14F-4D97-AF65-F5344CB8AC3E}">
        <p14:creationId xmlns:p14="http://schemas.microsoft.com/office/powerpoint/2010/main" val="819219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6D5B3-18F4-5927-9CFF-11651D775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C8C45A5-F2AE-E4EB-2473-68B350695B98}"/>
              </a:ext>
            </a:extLst>
          </p:cNvPr>
          <p:cNvGrpSpPr/>
          <p:nvPr/>
        </p:nvGrpSpPr>
        <p:grpSpPr>
          <a:xfrm>
            <a:off x="522149" y="666491"/>
            <a:ext cx="1918448" cy="1281953"/>
            <a:chOff x="860611" y="573741"/>
            <a:chExt cx="1353671" cy="1281953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2F8CA6F-1810-F523-B5C2-89D61757C64B}"/>
                </a:ext>
              </a:extLst>
            </p:cNvPr>
            <p:cNvSpPr txBox="1"/>
            <p:nvPr/>
          </p:nvSpPr>
          <p:spPr>
            <a:xfrm>
              <a:off x="941293" y="614553"/>
              <a:ext cx="119230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dirty="0"/>
                <a:t>i = m-1</a:t>
              </a:r>
            </a:p>
            <a:p>
              <a:r>
                <a:rPr lang="sv-SE" dirty="0"/>
                <a:t>j = n</a:t>
              </a:r>
            </a:p>
            <a:p>
              <a:r>
                <a:rPr lang="sv-SE" dirty="0"/>
                <a:t>t1 = 4*n</a:t>
              </a:r>
            </a:p>
            <a:p>
              <a:r>
                <a:rPr lang="sv-SE" dirty="0"/>
                <a:t>v = a[t1] 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F870F23-A1D0-341A-D26D-8F9A4045D035}"/>
                </a:ext>
              </a:extLst>
            </p:cNvPr>
            <p:cNvSpPr/>
            <p:nvPr/>
          </p:nvSpPr>
          <p:spPr>
            <a:xfrm>
              <a:off x="860611" y="573741"/>
              <a:ext cx="1353671" cy="128195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13D87033-8CBE-4FE9-DDC9-9838997946E4}"/>
              </a:ext>
            </a:extLst>
          </p:cNvPr>
          <p:cNvSpPr/>
          <p:nvPr/>
        </p:nvSpPr>
        <p:spPr>
          <a:xfrm>
            <a:off x="4177552" y="3647696"/>
            <a:ext cx="1918448" cy="9694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D26457-8E11-D4C1-A109-8D95128AC3DA}"/>
              </a:ext>
            </a:extLst>
          </p:cNvPr>
          <p:cNvSpPr/>
          <p:nvPr/>
        </p:nvSpPr>
        <p:spPr>
          <a:xfrm>
            <a:off x="8677835" y="706545"/>
            <a:ext cx="1918448" cy="12819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EFAB76-4078-3695-DCF3-4CFF0EB17976}"/>
              </a:ext>
            </a:extLst>
          </p:cNvPr>
          <p:cNvSpPr/>
          <p:nvPr/>
        </p:nvSpPr>
        <p:spPr>
          <a:xfrm>
            <a:off x="4177552" y="711947"/>
            <a:ext cx="1918448" cy="12819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234BFA-9093-AF1C-441B-C503F223E3EC}"/>
              </a:ext>
            </a:extLst>
          </p:cNvPr>
          <p:cNvSpPr txBox="1"/>
          <p:nvPr/>
        </p:nvSpPr>
        <p:spPr>
          <a:xfrm>
            <a:off x="8792179" y="703389"/>
            <a:ext cx="1689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j = j-1</a:t>
            </a:r>
          </a:p>
          <a:p>
            <a:r>
              <a:rPr lang="sv-SE" dirty="0"/>
              <a:t>t4 = 4*j</a:t>
            </a:r>
          </a:p>
          <a:p>
            <a:r>
              <a:rPr lang="sv-SE" dirty="0"/>
              <a:t>t5 = a[t4] </a:t>
            </a:r>
          </a:p>
          <a:p>
            <a:r>
              <a:rPr lang="sv-SE" dirty="0"/>
              <a:t>If t5 &gt; v </a:t>
            </a:r>
            <a:r>
              <a:rPr lang="sv-SE" dirty="0" err="1"/>
              <a:t>goto</a:t>
            </a:r>
            <a:r>
              <a:rPr lang="sv-SE" dirty="0"/>
              <a:t> B3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87163D-1557-3A5E-BFD5-DA0B2CC1FD46}"/>
              </a:ext>
            </a:extLst>
          </p:cNvPr>
          <p:cNvSpPr txBox="1"/>
          <p:nvPr/>
        </p:nvSpPr>
        <p:spPr>
          <a:xfrm>
            <a:off x="4280426" y="694474"/>
            <a:ext cx="1689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i = i+1</a:t>
            </a:r>
          </a:p>
          <a:p>
            <a:r>
              <a:rPr lang="sv-SE" dirty="0"/>
              <a:t>t2 = 4*i</a:t>
            </a:r>
          </a:p>
          <a:p>
            <a:r>
              <a:rPr lang="sv-SE" dirty="0"/>
              <a:t>t3 = a[t2] </a:t>
            </a:r>
          </a:p>
          <a:p>
            <a:r>
              <a:rPr lang="sv-SE" dirty="0"/>
              <a:t>If t3 &lt; v </a:t>
            </a:r>
            <a:r>
              <a:rPr lang="sv-SE" dirty="0" err="1"/>
              <a:t>goto</a:t>
            </a:r>
            <a:r>
              <a:rPr lang="sv-SE" dirty="0"/>
              <a:t> B2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822E5F-4472-86F3-A264-37B7AFB70207}"/>
              </a:ext>
            </a:extLst>
          </p:cNvPr>
          <p:cNvSpPr/>
          <p:nvPr/>
        </p:nvSpPr>
        <p:spPr>
          <a:xfrm>
            <a:off x="8677835" y="3661613"/>
            <a:ext cx="1918448" cy="12335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2AFFD5-BB5A-EFA2-F8AE-4A374E977268}"/>
              </a:ext>
            </a:extLst>
          </p:cNvPr>
          <p:cNvSpPr txBox="1"/>
          <p:nvPr/>
        </p:nvSpPr>
        <p:spPr>
          <a:xfrm>
            <a:off x="4291896" y="3661613"/>
            <a:ext cx="1689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a[t2] = t5</a:t>
            </a:r>
          </a:p>
          <a:p>
            <a:r>
              <a:rPr lang="sv-SE" dirty="0"/>
              <a:t>a[t4] = t3</a:t>
            </a:r>
          </a:p>
          <a:p>
            <a:r>
              <a:rPr lang="sv-SE" dirty="0" err="1"/>
              <a:t>goto</a:t>
            </a:r>
            <a:r>
              <a:rPr lang="sv-SE" dirty="0"/>
              <a:t> B2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575241-35CB-B915-0DE6-0823D49DBC6E}"/>
              </a:ext>
            </a:extLst>
          </p:cNvPr>
          <p:cNvSpPr txBox="1"/>
          <p:nvPr/>
        </p:nvSpPr>
        <p:spPr>
          <a:xfrm>
            <a:off x="8792179" y="3647695"/>
            <a:ext cx="1689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x = t3</a:t>
            </a:r>
          </a:p>
          <a:p>
            <a:r>
              <a:rPr lang="sv-SE" dirty="0"/>
              <a:t>t14 = a[t1]</a:t>
            </a:r>
          </a:p>
          <a:p>
            <a:r>
              <a:rPr lang="sv-SE" dirty="0"/>
              <a:t>a[t2] = t14</a:t>
            </a:r>
          </a:p>
          <a:p>
            <a:r>
              <a:rPr lang="sv-SE" dirty="0"/>
              <a:t>a[t1] = 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CCD08B-41F7-54EE-CDEA-53A123F7A512}"/>
              </a:ext>
            </a:extLst>
          </p:cNvPr>
          <p:cNvSpPr/>
          <p:nvPr/>
        </p:nvSpPr>
        <p:spPr>
          <a:xfrm>
            <a:off x="6525824" y="2561896"/>
            <a:ext cx="1918448" cy="606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04D040-01F5-5AEC-5526-3EAC9C71BA14}"/>
              </a:ext>
            </a:extLst>
          </p:cNvPr>
          <p:cNvSpPr txBox="1"/>
          <p:nvPr/>
        </p:nvSpPr>
        <p:spPr>
          <a:xfrm>
            <a:off x="6637283" y="2751083"/>
            <a:ext cx="1602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If i &gt;= j </a:t>
            </a:r>
            <a:r>
              <a:rPr lang="sv-SE" dirty="0" err="1"/>
              <a:t>goto</a:t>
            </a:r>
            <a:r>
              <a:rPr lang="sv-SE" dirty="0"/>
              <a:t> B6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01B490-F258-8A58-25A7-03362F35DF7D}"/>
              </a:ext>
            </a:extLst>
          </p:cNvPr>
          <p:cNvSpPr txBox="1"/>
          <p:nvPr/>
        </p:nvSpPr>
        <p:spPr>
          <a:xfrm>
            <a:off x="291512" y="256347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B1: i =m-1; j = n; v = a[n];	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54A38EE-F37A-F7D6-E222-1D030732A425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440597" y="1307467"/>
            <a:ext cx="161114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7FDD470-FAF5-C18F-A616-F4280D768E8E}"/>
              </a:ext>
            </a:extLst>
          </p:cNvPr>
          <p:cNvSpPr/>
          <p:nvPr/>
        </p:nvSpPr>
        <p:spPr>
          <a:xfrm>
            <a:off x="3532843" y="70948"/>
            <a:ext cx="2992981" cy="890749"/>
          </a:xfrm>
          <a:custGeom>
            <a:avLst/>
            <a:gdLst>
              <a:gd name="connsiteX0" fmla="*/ 2560529 w 2987059"/>
              <a:gd name="connsiteY0" fmla="*/ 633941 h 681238"/>
              <a:gd name="connsiteX1" fmla="*/ 2986198 w 2987059"/>
              <a:gd name="connsiteY1" fmla="*/ 428989 h 681238"/>
              <a:gd name="connsiteX2" fmla="*/ 2568412 w 2987059"/>
              <a:gd name="connsiteY2" fmla="*/ 42734 h 681238"/>
              <a:gd name="connsiteX3" fmla="*/ 290295 w 2987059"/>
              <a:gd name="connsiteY3" fmla="*/ 66382 h 681238"/>
              <a:gd name="connsiteX4" fmla="*/ 61695 w 2987059"/>
              <a:gd name="connsiteY4" fmla="*/ 547231 h 681238"/>
              <a:gd name="connsiteX5" fmla="*/ 574074 w 2987059"/>
              <a:gd name="connsiteY5" fmla="*/ 681238 h 681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87059" h="681238">
                <a:moveTo>
                  <a:pt x="2560529" y="633941"/>
                </a:moveTo>
                <a:cubicBezTo>
                  <a:pt x="2772706" y="580732"/>
                  <a:pt x="2984884" y="527523"/>
                  <a:pt x="2986198" y="428989"/>
                </a:cubicBezTo>
                <a:cubicBezTo>
                  <a:pt x="2987512" y="330455"/>
                  <a:pt x="3017729" y="103168"/>
                  <a:pt x="2568412" y="42734"/>
                </a:cubicBezTo>
                <a:cubicBezTo>
                  <a:pt x="2119095" y="-17701"/>
                  <a:pt x="708081" y="-17701"/>
                  <a:pt x="290295" y="66382"/>
                </a:cubicBezTo>
                <a:cubicBezTo>
                  <a:pt x="-127491" y="150465"/>
                  <a:pt x="14398" y="444755"/>
                  <a:pt x="61695" y="547231"/>
                </a:cubicBezTo>
                <a:cubicBezTo>
                  <a:pt x="108991" y="649707"/>
                  <a:pt x="341532" y="665472"/>
                  <a:pt x="574074" y="681238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909FCE-B114-23D1-47E9-36ADBED9A06A}"/>
              </a:ext>
            </a:extLst>
          </p:cNvPr>
          <p:cNvSpPr txBox="1"/>
          <p:nvPr/>
        </p:nvSpPr>
        <p:spPr>
          <a:xfrm>
            <a:off x="3659448" y="281090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B2: do i = i+1 </a:t>
            </a:r>
            <a:r>
              <a:rPr lang="sv-SE" dirty="0" err="1"/>
              <a:t>while</a:t>
            </a:r>
            <a:r>
              <a:rPr lang="sv-SE" dirty="0"/>
              <a:t> (a[i] &lt; v); 	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2B34699-EBB9-F3E6-3BB7-BCEE3948887A}"/>
              </a:ext>
            </a:extLst>
          </p:cNvPr>
          <p:cNvSpPr/>
          <p:nvPr/>
        </p:nvSpPr>
        <p:spPr>
          <a:xfrm>
            <a:off x="8044409" y="86714"/>
            <a:ext cx="2992981" cy="890749"/>
          </a:xfrm>
          <a:custGeom>
            <a:avLst/>
            <a:gdLst>
              <a:gd name="connsiteX0" fmla="*/ 2560529 w 2987059"/>
              <a:gd name="connsiteY0" fmla="*/ 633941 h 681238"/>
              <a:gd name="connsiteX1" fmla="*/ 2986198 w 2987059"/>
              <a:gd name="connsiteY1" fmla="*/ 428989 h 681238"/>
              <a:gd name="connsiteX2" fmla="*/ 2568412 w 2987059"/>
              <a:gd name="connsiteY2" fmla="*/ 42734 h 681238"/>
              <a:gd name="connsiteX3" fmla="*/ 290295 w 2987059"/>
              <a:gd name="connsiteY3" fmla="*/ 66382 h 681238"/>
              <a:gd name="connsiteX4" fmla="*/ 61695 w 2987059"/>
              <a:gd name="connsiteY4" fmla="*/ 547231 h 681238"/>
              <a:gd name="connsiteX5" fmla="*/ 574074 w 2987059"/>
              <a:gd name="connsiteY5" fmla="*/ 681238 h 681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87059" h="681238">
                <a:moveTo>
                  <a:pt x="2560529" y="633941"/>
                </a:moveTo>
                <a:cubicBezTo>
                  <a:pt x="2772706" y="580732"/>
                  <a:pt x="2984884" y="527523"/>
                  <a:pt x="2986198" y="428989"/>
                </a:cubicBezTo>
                <a:cubicBezTo>
                  <a:pt x="2987512" y="330455"/>
                  <a:pt x="3017729" y="103168"/>
                  <a:pt x="2568412" y="42734"/>
                </a:cubicBezTo>
                <a:cubicBezTo>
                  <a:pt x="2119095" y="-17701"/>
                  <a:pt x="708081" y="-17701"/>
                  <a:pt x="290295" y="66382"/>
                </a:cubicBezTo>
                <a:cubicBezTo>
                  <a:pt x="-127491" y="150465"/>
                  <a:pt x="14398" y="444755"/>
                  <a:pt x="61695" y="547231"/>
                </a:cubicBezTo>
                <a:cubicBezTo>
                  <a:pt x="108991" y="649707"/>
                  <a:pt x="341532" y="665472"/>
                  <a:pt x="574074" y="681238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DCA76B3-041A-8ECA-5CF0-68A966718EC9}"/>
              </a:ext>
            </a:extLst>
          </p:cNvPr>
          <p:cNvCxnSpPr>
            <a:cxnSpLocks/>
          </p:cNvCxnSpPr>
          <p:nvPr/>
        </p:nvCxnSpPr>
        <p:spPr>
          <a:xfrm>
            <a:off x="6096000" y="1307467"/>
            <a:ext cx="24674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D0F0208-C95A-0ED5-4510-BDFAB07D4EA0}"/>
              </a:ext>
            </a:extLst>
          </p:cNvPr>
          <p:cNvSpPr txBox="1"/>
          <p:nvPr/>
        </p:nvSpPr>
        <p:spPr>
          <a:xfrm>
            <a:off x="8159731" y="288759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B3: do j = j-1 </a:t>
            </a:r>
            <a:r>
              <a:rPr lang="sv-SE" dirty="0" err="1"/>
              <a:t>while</a:t>
            </a:r>
            <a:r>
              <a:rPr lang="sv-SE" dirty="0"/>
              <a:t> (a[j] &gt; v); 	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A4A13F6-365A-5767-D555-908E5BE34A10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7843345" y="1988498"/>
            <a:ext cx="1793714" cy="4866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04B1E38-26F5-0314-0959-9AF22A99FB02}"/>
              </a:ext>
            </a:extLst>
          </p:cNvPr>
          <p:cNvCxnSpPr>
            <a:cxnSpLocks/>
          </p:cNvCxnSpPr>
          <p:nvPr/>
        </p:nvCxnSpPr>
        <p:spPr>
          <a:xfrm flipH="1">
            <a:off x="5817476" y="3168869"/>
            <a:ext cx="1143000" cy="417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C58A03E-D516-B59A-846C-5B42F93CF547}"/>
              </a:ext>
            </a:extLst>
          </p:cNvPr>
          <p:cNvCxnSpPr/>
          <p:nvPr/>
        </p:nvCxnSpPr>
        <p:spPr>
          <a:xfrm>
            <a:off x="8044409" y="3168869"/>
            <a:ext cx="1028646" cy="417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B913786-976E-2CAC-1A0F-9764A2587A32}"/>
              </a:ext>
            </a:extLst>
          </p:cNvPr>
          <p:cNvSpPr txBox="1"/>
          <p:nvPr/>
        </p:nvSpPr>
        <p:spPr>
          <a:xfrm>
            <a:off x="5944813" y="216656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B4: </a:t>
            </a:r>
            <a:r>
              <a:rPr lang="sv-SE" dirty="0" err="1"/>
              <a:t>if</a:t>
            </a:r>
            <a:r>
              <a:rPr lang="sv-SE" dirty="0"/>
              <a:t> (i &gt;= j) break 	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286B6F8-64B0-9DCF-3367-C1C2F8AD55DA}"/>
              </a:ext>
            </a:extLst>
          </p:cNvPr>
          <p:cNvCxnSpPr/>
          <p:nvPr/>
        </p:nvCxnSpPr>
        <p:spPr>
          <a:xfrm flipV="1">
            <a:off x="4406462" y="2112579"/>
            <a:ext cx="0" cy="1535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8A6DA15-B2D2-274A-1074-6E62C2DA691C}"/>
              </a:ext>
            </a:extLst>
          </p:cNvPr>
          <p:cNvSpPr txBox="1"/>
          <p:nvPr/>
        </p:nvSpPr>
        <p:spPr>
          <a:xfrm>
            <a:off x="1222897" y="4617191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B5: x = a[i]; a[i] = a[j]; a[j] = x;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12B9A0D-D7E1-1E70-BDCC-CF7107A97904}"/>
              </a:ext>
            </a:extLst>
          </p:cNvPr>
          <p:cNvSpPr txBox="1"/>
          <p:nvPr/>
        </p:nvSpPr>
        <p:spPr>
          <a:xfrm>
            <a:off x="9023576" y="3231241"/>
            <a:ext cx="3145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B6: x = a[i]; a[i] = a[n]; a[n] = x;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13D142-2F37-3C28-AEE7-35A4ACF65BC3}"/>
              </a:ext>
            </a:extLst>
          </p:cNvPr>
          <p:cNvSpPr txBox="1"/>
          <p:nvPr/>
        </p:nvSpPr>
        <p:spPr>
          <a:xfrm>
            <a:off x="4704860" y="5374193"/>
            <a:ext cx="5299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B5 and B6 </a:t>
            </a:r>
            <a:r>
              <a:rPr lang="sv-SE" dirty="0" err="1"/>
              <a:t>after</a:t>
            </a:r>
            <a:r>
              <a:rPr lang="sv-SE" dirty="0"/>
              <a:t> common </a:t>
            </a:r>
            <a:r>
              <a:rPr lang="sv-SE" dirty="0" err="1"/>
              <a:t>subexpression</a:t>
            </a:r>
            <a:r>
              <a:rPr lang="sv-SE" dirty="0"/>
              <a:t> elimination</a:t>
            </a:r>
          </a:p>
          <a:p>
            <a:r>
              <a:rPr lang="sv-SE" dirty="0"/>
              <a:t>Copy </a:t>
            </a:r>
            <a:r>
              <a:rPr lang="sv-SE" dirty="0" err="1"/>
              <a:t>propagation</a:t>
            </a:r>
            <a:r>
              <a:rPr lang="sv-SE" dirty="0"/>
              <a:t> and </a:t>
            </a:r>
            <a:r>
              <a:rPr lang="sv-SE" dirty="0" err="1"/>
              <a:t>dead-code</a:t>
            </a:r>
            <a:r>
              <a:rPr lang="sv-SE" dirty="0"/>
              <a:t> elimination in B5 </a:t>
            </a:r>
          </a:p>
        </p:txBody>
      </p:sp>
    </p:spTree>
    <p:extLst>
      <p:ext uri="{BB962C8B-B14F-4D97-AF65-F5344CB8AC3E}">
        <p14:creationId xmlns:p14="http://schemas.microsoft.com/office/powerpoint/2010/main" val="1807025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F745E-F9F1-D03A-CB8A-1EBDB5727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Code</a:t>
            </a:r>
            <a:r>
              <a:rPr lang="sv-SE" dirty="0"/>
              <a:t> motion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18A09-7A9B-9457-F279-E18F0ED21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It is </a:t>
            </a:r>
            <a:r>
              <a:rPr lang="sv-SE" dirty="0" err="1"/>
              <a:t>important</a:t>
            </a:r>
            <a:r>
              <a:rPr lang="sv-SE" dirty="0"/>
              <a:t> to </a:t>
            </a:r>
            <a:r>
              <a:rPr lang="sv-SE" dirty="0" err="1"/>
              <a:t>move</a:t>
            </a:r>
            <a:r>
              <a:rPr lang="sv-SE" dirty="0"/>
              <a:t> </a:t>
            </a:r>
            <a:r>
              <a:rPr lang="sv-SE" dirty="0" err="1"/>
              <a:t>code</a:t>
            </a:r>
            <a:r>
              <a:rPr lang="sv-SE" dirty="0"/>
              <a:t> </a:t>
            </a:r>
            <a:r>
              <a:rPr lang="sv-SE" dirty="0" err="1"/>
              <a:t>outside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a loop </a:t>
            </a:r>
            <a:r>
              <a:rPr lang="sv-SE" dirty="0" err="1"/>
              <a:t>if</a:t>
            </a:r>
            <a:r>
              <a:rPr lang="sv-SE" dirty="0"/>
              <a:t> </a:t>
            </a:r>
            <a:r>
              <a:rPr lang="sv-SE" dirty="0" err="1"/>
              <a:t>this</a:t>
            </a:r>
            <a:r>
              <a:rPr lang="sv-SE" dirty="0"/>
              <a:t> is </a:t>
            </a:r>
            <a:r>
              <a:rPr lang="sv-SE" dirty="0" err="1"/>
              <a:t>possible</a:t>
            </a:r>
            <a:r>
              <a:rPr lang="sv-SE" dirty="0"/>
              <a:t>, </a:t>
            </a:r>
            <a:r>
              <a:rPr lang="sv-SE" dirty="0" err="1"/>
              <a:t>e.g</a:t>
            </a:r>
            <a:r>
              <a:rPr lang="sv-SE" dirty="0"/>
              <a:t>.:</a:t>
            </a:r>
          </a:p>
          <a:p>
            <a:pPr lvl="1"/>
            <a:r>
              <a:rPr lang="sv-SE" dirty="0" err="1"/>
              <a:t>while</a:t>
            </a:r>
            <a:r>
              <a:rPr lang="sv-SE" dirty="0"/>
              <a:t> (i &lt; limit-2) …; </a:t>
            </a:r>
            <a:r>
              <a:rPr lang="sv-SE" dirty="0">
                <a:sym typeface="Wingdings" panose="05000000000000000000" pitchFamily="2" charset="2"/>
              </a:rPr>
              <a:t> t = limit-2; </a:t>
            </a:r>
            <a:r>
              <a:rPr lang="sv-SE" dirty="0" err="1">
                <a:sym typeface="Wingdings" panose="05000000000000000000" pitchFamily="2" charset="2"/>
              </a:rPr>
              <a:t>while</a:t>
            </a:r>
            <a:r>
              <a:rPr lang="sv-SE" dirty="0">
                <a:sym typeface="Wingdings" panose="05000000000000000000" pitchFamily="2" charset="2"/>
              </a:rPr>
              <a:t> (i &lt; t) …;</a:t>
            </a:r>
          </a:p>
          <a:p>
            <a:pPr marL="457200" lvl="1" indent="0">
              <a:buNone/>
            </a:pPr>
            <a:endParaRPr lang="sv-SE" dirty="0">
              <a:sym typeface="Wingdings" panose="05000000000000000000" pitchFamily="2" charset="2"/>
            </a:endParaRPr>
          </a:p>
          <a:p>
            <a:r>
              <a:rPr lang="sv-SE" dirty="0">
                <a:sym typeface="Wingdings" panose="05000000000000000000" pitchFamily="2" charset="2"/>
              </a:rPr>
              <a:t>In </a:t>
            </a:r>
            <a:r>
              <a:rPr lang="sv-SE" dirty="0" err="1">
                <a:sym typeface="Wingdings" panose="05000000000000000000" pitchFamily="2" charset="2"/>
              </a:rPr>
              <a:t>this</a:t>
            </a:r>
            <a:r>
              <a:rPr lang="sv-SE" dirty="0">
                <a:sym typeface="Wingdings" panose="05000000000000000000" pitchFamily="2" charset="2"/>
              </a:rPr>
              <a:t> </a:t>
            </a:r>
            <a:r>
              <a:rPr lang="sv-SE" dirty="0" err="1">
                <a:sym typeface="Wingdings" panose="05000000000000000000" pitchFamily="2" charset="2"/>
              </a:rPr>
              <a:t>way</a:t>
            </a:r>
            <a:r>
              <a:rPr lang="sv-SE" dirty="0">
                <a:sym typeface="Wingdings" panose="05000000000000000000" pitchFamily="2" charset="2"/>
              </a:rPr>
              <a:t> the </a:t>
            </a:r>
            <a:r>
              <a:rPr lang="sv-SE" dirty="0" err="1">
                <a:sym typeface="Wingdings" panose="05000000000000000000" pitchFamily="2" charset="2"/>
              </a:rPr>
              <a:t>value</a:t>
            </a:r>
            <a:r>
              <a:rPr lang="sv-SE" dirty="0">
                <a:sym typeface="Wingdings" panose="05000000000000000000" pitchFamily="2" charset="2"/>
              </a:rPr>
              <a:t> 2 is </a:t>
            </a:r>
            <a:r>
              <a:rPr lang="sv-SE" dirty="0" err="1">
                <a:sym typeface="Wingdings" panose="05000000000000000000" pitchFamily="2" charset="2"/>
              </a:rPr>
              <a:t>only</a:t>
            </a:r>
            <a:r>
              <a:rPr lang="sv-SE" dirty="0">
                <a:sym typeface="Wingdings" panose="05000000000000000000" pitchFamily="2" charset="2"/>
              </a:rPr>
              <a:t> </a:t>
            </a:r>
            <a:r>
              <a:rPr lang="sv-SE" dirty="0" err="1">
                <a:sym typeface="Wingdings" panose="05000000000000000000" pitchFamily="2" charset="2"/>
              </a:rPr>
              <a:t>subtracted</a:t>
            </a:r>
            <a:r>
              <a:rPr lang="sv-SE" dirty="0">
                <a:sym typeface="Wingdings" panose="05000000000000000000" pitchFamily="2" charset="2"/>
              </a:rPr>
              <a:t> from limit </a:t>
            </a:r>
            <a:r>
              <a:rPr lang="sv-SE" dirty="0" err="1">
                <a:sym typeface="Wingdings" panose="05000000000000000000" pitchFamily="2" charset="2"/>
              </a:rPr>
              <a:t>one</a:t>
            </a:r>
            <a:r>
              <a:rPr lang="sv-SE" dirty="0">
                <a:sym typeface="Wingdings" panose="05000000000000000000" pitchFamily="2" charset="2"/>
              </a:rPr>
              <a:t> </a:t>
            </a:r>
            <a:r>
              <a:rPr lang="sv-SE" dirty="0" err="1">
                <a:sym typeface="Wingdings" panose="05000000000000000000" pitchFamily="2" charset="2"/>
              </a:rPr>
              <a:t>time</a:t>
            </a:r>
            <a:r>
              <a:rPr lang="sv-SE" dirty="0">
                <a:sym typeface="Wingdings" panose="05000000000000000000" pitchFamily="2" charset="2"/>
              </a:rPr>
              <a:t>, not </a:t>
            </a:r>
            <a:r>
              <a:rPr lang="sv-SE" dirty="0" err="1">
                <a:sym typeface="Wingdings" panose="05000000000000000000" pitchFamily="2" charset="2"/>
              </a:rPr>
              <a:t>one</a:t>
            </a:r>
            <a:r>
              <a:rPr lang="sv-SE" dirty="0">
                <a:sym typeface="Wingdings" panose="05000000000000000000" pitchFamily="2" charset="2"/>
              </a:rPr>
              <a:t> </a:t>
            </a:r>
            <a:r>
              <a:rPr lang="sv-SE" dirty="0" err="1">
                <a:sym typeface="Wingdings" panose="05000000000000000000" pitchFamily="2" charset="2"/>
              </a:rPr>
              <a:t>time</a:t>
            </a:r>
            <a:r>
              <a:rPr lang="sv-SE" dirty="0">
                <a:sym typeface="Wingdings" panose="05000000000000000000" pitchFamily="2" charset="2"/>
              </a:rPr>
              <a:t> for </a:t>
            </a:r>
            <a:r>
              <a:rPr lang="sv-SE" dirty="0" err="1">
                <a:sym typeface="Wingdings" panose="05000000000000000000" pitchFamily="2" charset="2"/>
              </a:rPr>
              <a:t>every</a:t>
            </a:r>
            <a:r>
              <a:rPr lang="sv-SE" dirty="0">
                <a:sym typeface="Wingdings" panose="05000000000000000000" pitchFamily="2" charset="2"/>
              </a:rPr>
              <a:t> iteration in the loop</a:t>
            </a:r>
          </a:p>
        </p:txBody>
      </p:sp>
    </p:spTree>
    <p:extLst>
      <p:ext uri="{BB962C8B-B14F-4D97-AF65-F5344CB8AC3E}">
        <p14:creationId xmlns:p14="http://schemas.microsoft.com/office/powerpoint/2010/main" val="3465357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6E0E5-2559-872E-F284-45AE82EE9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FC994-F203-C455-CC1F-FF054E203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Constant</a:t>
            </a:r>
            <a:r>
              <a:rPr lang="sv-SE" dirty="0"/>
              <a:t> </a:t>
            </a:r>
            <a:r>
              <a:rPr lang="sv-SE" dirty="0" err="1"/>
              <a:t>folding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060E0-D6BC-B8E3-42AF-FDB02E178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Assume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a </a:t>
            </a:r>
            <a:r>
              <a:rPr lang="sv-SE" dirty="0" err="1"/>
              <a:t>variable</a:t>
            </a:r>
            <a:r>
              <a:rPr lang="sv-SE" dirty="0"/>
              <a:t> </a:t>
            </a:r>
            <a:r>
              <a:rPr lang="sv-SE" i="1" dirty="0"/>
              <a:t>x</a:t>
            </a:r>
            <a:r>
              <a:rPr lang="sv-SE" dirty="0"/>
              <a:t> is </a:t>
            </a:r>
            <a:r>
              <a:rPr lang="sv-SE" dirty="0" err="1"/>
              <a:t>used</a:t>
            </a:r>
            <a:r>
              <a:rPr lang="sv-SE" dirty="0"/>
              <a:t> at a </a:t>
            </a:r>
            <a:r>
              <a:rPr lang="sv-SE" dirty="0" err="1"/>
              <a:t>certain</a:t>
            </a:r>
            <a:r>
              <a:rPr lang="sv-SE" dirty="0"/>
              <a:t> </a:t>
            </a:r>
            <a:r>
              <a:rPr lang="sv-SE" dirty="0" err="1"/>
              <a:t>point</a:t>
            </a:r>
            <a:r>
              <a:rPr lang="sv-SE" dirty="0"/>
              <a:t> </a:t>
            </a:r>
            <a:r>
              <a:rPr lang="sv-SE" i="1" dirty="0"/>
              <a:t>p</a:t>
            </a:r>
            <a:r>
              <a:rPr lang="sv-SE" dirty="0"/>
              <a:t> in a program</a:t>
            </a:r>
          </a:p>
          <a:p>
            <a:r>
              <a:rPr lang="sv-SE" dirty="0"/>
              <a:t>If </a:t>
            </a:r>
            <a:r>
              <a:rPr lang="sv-SE" dirty="0" err="1"/>
              <a:t>our</a:t>
            </a:r>
            <a:r>
              <a:rPr lang="sv-SE" dirty="0"/>
              <a:t> data-</a:t>
            </a:r>
            <a:r>
              <a:rPr lang="sv-SE" dirty="0" err="1"/>
              <a:t>flow</a:t>
            </a:r>
            <a:r>
              <a:rPr lang="sv-SE" dirty="0"/>
              <a:t> </a:t>
            </a:r>
            <a:r>
              <a:rPr lang="sv-SE" dirty="0" err="1"/>
              <a:t>analysis</a:t>
            </a:r>
            <a:r>
              <a:rPr lang="sv-SE" dirty="0"/>
              <a:t> shows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i="1" dirty="0"/>
              <a:t>x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only</a:t>
            </a:r>
            <a:r>
              <a:rPr lang="sv-SE" dirty="0"/>
              <a:t> </a:t>
            </a:r>
            <a:r>
              <a:rPr lang="sv-SE" dirty="0" err="1"/>
              <a:t>have</a:t>
            </a:r>
            <a:r>
              <a:rPr lang="sv-SE" dirty="0"/>
              <a:t> </a:t>
            </a:r>
            <a:r>
              <a:rPr lang="sv-SE" dirty="0" err="1"/>
              <a:t>one</a:t>
            </a:r>
            <a:r>
              <a:rPr lang="sv-SE" dirty="0"/>
              <a:t> </a:t>
            </a:r>
            <a:r>
              <a:rPr lang="sv-SE" dirty="0" err="1"/>
              <a:t>constant</a:t>
            </a:r>
            <a:r>
              <a:rPr lang="sv-SE" dirty="0"/>
              <a:t> </a:t>
            </a:r>
            <a:r>
              <a:rPr lang="sv-SE" dirty="0" err="1"/>
              <a:t>value</a:t>
            </a:r>
            <a:r>
              <a:rPr lang="sv-SE" dirty="0"/>
              <a:t> </a:t>
            </a:r>
            <a:r>
              <a:rPr lang="sv-SE" i="1" dirty="0"/>
              <a:t>c</a:t>
            </a:r>
            <a:r>
              <a:rPr lang="sv-SE" dirty="0"/>
              <a:t> at a </a:t>
            </a:r>
            <a:r>
              <a:rPr lang="sv-SE" dirty="0" err="1"/>
              <a:t>point</a:t>
            </a:r>
            <a:r>
              <a:rPr lang="sv-SE" dirty="0"/>
              <a:t> </a:t>
            </a:r>
            <a:r>
              <a:rPr lang="sv-SE" i="1" dirty="0"/>
              <a:t>p</a:t>
            </a:r>
            <a:r>
              <a:rPr lang="sv-SE" dirty="0"/>
              <a:t>, the </a:t>
            </a:r>
            <a:r>
              <a:rPr lang="sv-SE" dirty="0" err="1"/>
              <a:t>use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i="1" dirty="0"/>
              <a:t>x</a:t>
            </a:r>
            <a:r>
              <a:rPr lang="sv-SE" dirty="0"/>
              <a:t> at </a:t>
            </a:r>
            <a:r>
              <a:rPr lang="sv-SE" dirty="0" err="1"/>
              <a:t>point</a:t>
            </a:r>
            <a:r>
              <a:rPr lang="sv-SE" dirty="0"/>
              <a:t> </a:t>
            </a:r>
            <a:r>
              <a:rPr lang="sv-SE" i="1" dirty="0"/>
              <a:t>p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be </a:t>
            </a:r>
            <a:r>
              <a:rPr lang="sv-SE" dirty="0" err="1"/>
              <a:t>replaced</a:t>
            </a:r>
            <a:r>
              <a:rPr lang="sv-SE" dirty="0"/>
              <a:t> by the </a:t>
            </a:r>
            <a:r>
              <a:rPr lang="sv-SE" dirty="0" err="1"/>
              <a:t>constant</a:t>
            </a:r>
            <a:r>
              <a:rPr lang="sv-SE" dirty="0"/>
              <a:t> </a:t>
            </a:r>
            <a:r>
              <a:rPr lang="sv-SE" i="1" dirty="0"/>
              <a:t>c</a:t>
            </a:r>
          </a:p>
          <a:p>
            <a:r>
              <a:rPr lang="sv-SE" dirty="0" err="1">
                <a:sym typeface="Wingdings" panose="05000000000000000000" pitchFamily="2" charset="2"/>
              </a:rPr>
              <a:t>Let</a:t>
            </a:r>
            <a:r>
              <a:rPr lang="sv-SE" dirty="0">
                <a:sym typeface="Wingdings" panose="05000000000000000000" pitchFamily="2" charset="2"/>
              </a:rPr>
              <a:t> </a:t>
            </a:r>
            <a:r>
              <a:rPr lang="sv-SE" dirty="0" err="1">
                <a:sym typeface="Wingdings" panose="05000000000000000000" pitchFamily="2" charset="2"/>
              </a:rPr>
              <a:t>us</a:t>
            </a:r>
            <a:r>
              <a:rPr lang="sv-SE" dirty="0">
                <a:sym typeface="Wingdings" panose="05000000000000000000" pitchFamily="2" charset="2"/>
              </a:rPr>
              <a:t> </a:t>
            </a:r>
            <a:r>
              <a:rPr lang="sv-SE" dirty="0" err="1">
                <a:sym typeface="Wingdings" panose="05000000000000000000" pitchFamily="2" charset="2"/>
              </a:rPr>
              <a:t>assume</a:t>
            </a:r>
            <a:r>
              <a:rPr lang="sv-SE" dirty="0">
                <a:sym typeface="Wingdings" panose="05000000000000000000" pitchFamily="2" charset="2"/>
              </a:rPr>
              <a:t> </a:t>
            </a:r>
            <a:r>
              <a:rPr lang="sv-SE" dirty="0" err="1">
                <a:sym typeface="Wingdings" panose="05000000000000000000" pitchFamily="2" charset="2"/>
              </a:rPr>
              <a:t>that</a:t>
            </a:r>
            <a:r>
              <a:rPr lang="sv-SE" dirty="0">
                <a:sym typeface="Wingdings" panose="05000000000000000000" pitchFamily="2" charset="2"/>
              </a:rPr>
              <a:t> </a:t>
            </a:r>
            <a:r>
              <a:rPr lang="sv-SE" i="1" dirty="0">
                <a:sym typeface="Wingdings" panose="05000000000000000000" pitchFamily="2" charset="2"/>
              </a:rPr>
              <a:t>c</a:t>
            </a:r>
            <a:r>
              <a:rPr lang="sv-SE" dirty="0">
                <a:sym typeface="Wingdings" panose="05000000000000000000" pitchFamily="2" charset="2"/>
              </a:rPr>
              <a:t> = 5, and </a:t>
            </a:r>
            <a:r>
              <a:rPr lang="sv-SE" dirty="0" err="1">
                <a:sym typeface="Wingdings" panose="05000000000000000000" pitchFamily="2" charset="2"/>
              </a:rPr>
              <a:t>that</a:t>
            </a:r>
            <a:r>
              <a:rPr lang="sv-SE" dirty="0">
                <a:sym typeface="Wingdings" panose="05000000000000000000" pitchFamily="2" charset="2"/>
              </a:rPr>
              <a:t> the program </a:t>
            </a:r>
            <a:r>
              <a:rPr lang="sv-SE" dirty="0" err="1">
                <a:sym typeface="Wingdings" panose="05000000000000000000" pitchFamily="2" charset="2"/>
              </a:rPr>
              <a:t>does</a:t>
            </a:r>
            <a:r>
              <a:rPr lang="sv-SE" dirty="0">
                <a:sym typeface="Wingdings" panose="05000000000000000000" pitchFamily="2" charset="2"/>
              </a:rPr>
              <a:t> </a:t>
            </a:r>
            <a:r>
              <a:rPr lang="sv-SE" i="1" dirty="0">
                <a:sym typeface="Wingdings" panose="05000000000000000000" pitchFamily="2" charset="2"/>
              </a:rPr>
              <a:t>y</a:t>
            </a:r>
            <a:r>
              <a:rPr lang="sv-SE" dirty="0">
                <a:sym typeface="Wingdings" panose="05000000000000000000" pitchFamily="2" charset="2"/>
              </a:rPr>
              <a:t> = </a:t>
            </a:r>
            <a:r>
              <a:rPr lang="sv-SE" i="1" dirty="0">
                <a:sym typeface="Wingdings" panose="05000000000000000000" pitchFamily="2" charset="2"/>
              </a:rPr>
              <a:t>x</a:t>
            </a:r>
            <a:r>
              <a:rPr lang="sv-SE" dirty="0">
                <a:sym typeface="Wingdings" panose="05000000000000000000" pitchFamily="2" charset="2"/>
              </a:rPr>
              <a:t> + 3 at </a:t>
            </a:r>
            <a:r>
              <a:rPr lang="sv-SE" dirty="0" err="1">
                <a:sym typeface="Wingdings" panose="05000000000000000000" pitchFamily="2" charset="2"/>
              </a:rPr>
              <a:t>point</a:t>
            </a:r>
            <a:r>
              <a:rPr lang="sv-SE" dirty="0">
                <a:sym typeface="Wingdings" panose="05000000000000000000" pitchFamily="2" charset="2"/>
              </a:rPr>
              <a:t> </a:t>
            </a:r>
            <a:r>
              <a:rPr lang="sv-SE" i="1" dirty="0">
                <a:sym typeface="Wingdings" panose="05000000000000000000" pitchFamily="2" charset="2"/>
              </a:rPr>
              <a:t>p</a:t>
            </a:r>
            <a:r>
              <a:rPr lang="sv-SE" dirty="0">
                <a:sym typeface="Wingdings" panose="05000000000000000000" pitchFamily="2" charset="2"/>
              </a:rPr>
              <a:t>, in </a:t>
            </a:r>
            <a:r>
              <a:rPr lang="sv-SE" dirty="0" err="1">
                <a:sym typeface="Wingdings" panose="05000000000000000000" pitchFamily="2" charset="2"/>
              </a:rPr>
              <a:t>that</a:t>
            </a:r>
            <a:r>
              <a:rPr lang="sv-SE" dirty="0">
                <a:sym typeface="Wingdings" panose="05000000000000000000" pitchFamily="2" charset="2"/>
              </a:rPr>
              <a:t> </a:t>
            </a:r>
            <a:r>
              <a:rPr lang="sv-SE" dirty="0" err="1">
                <a:sym typeface="Wingdings" panose="05000000000000000000" pitchFamily="2" charset="2"/>
              </a:rPr>
              <a:t>case</a:t>
            </a:r>
            <a:r>
              <a:rPr lang="sv-SE" dirty="0">
                <a:sym typeface="Wingdings" panose="05000000000000000000" pitchFamily="2" charset="2"/>
              </a:rPr>
              <a:t> </a:t>
            </a:r>
            <a:r>
              <a:rPr lang="sv-SE" dirty="0" err="1">
                <a:sym typeface="Wingdings" panose="05000000000000000000" pitchFamily="2" charset="2"/>
              </a:rPr>
              <a:t>we</a:t>
            </a:r>
            <a:r>
              <a:rPr lang="sv-SE" dirty="0">
                <a:sym typeface="Wingdings" panose="05000000000000000000" pitchFamily="2" charset="2"/>
              </a:rPr>
              <a:t> </a:t>
            </a:r>
            <a:r>
              <a:rPr lang="sv-SE" dirty="0" err="1">
                <a:sym typeface="Wingdings" panose="05000000000000000000" pitchFamily="2" charset="2"/>
              </a:rPr>
              <a:t>can</a:t>
            </a:r>
            <a:r>
              <a:rPr lang="sv-SE" dirty="0">
                <a:sym typeface="Wingdings" panose="05000000000000000000" pitchFamily="2" charset="2"/>
              </a:rPr>
              <a:t> do </a:t>
            </a:r>
            <a:r>
              <a:rPr lang="sv-SE" dirty="0" err="1">
                <a:sym typeface="Wingdings" panose="05000000000000000000" pitchFamily="2" charset="2"/>
              </a:rPr>
              <a:t>constant</a:t>
            </a:r>
            <a:r>
              <a:rPr lang="sv-SE" dirty="0">
                <a:sym typeface="Wingdings" panose="05000000000000000000" pitchFamily="2" charset="2"/>
              </a:rPr>
              <a:t> </a:t>
            </a:r>
            <a:r>
              <a:rPr lang="sv-SE" dirty="0" err="1">
                <a:sym typeface="Wingdings" panose="05000000000000000000" pitchFamily="2" charset="2"/>
              </a:rPr>
              <a:t>folding</a:t>
            </a:r>
            <a:r>
              <a:rPr lang="sv-SE" dirty="0">
                <a:sym typeface="Wingdings" panose="05000000000000000000" pitchFamily="2" charset="2"/>
              </a:rPr>
              <a:t> </a:t>
            </a:r>
            <a:r>
              <a:rPr lang="sv-SE" i="1" dirty="0">
                <a:sym typeface="Wingdings" panose="05000000000000000000" pitchFamily="2" charset="2"/>
              </a:rPr>
              <a:t>y</a:t>
            </a:r>
            <a:r>
              <a:rPr lang="sv-SE" dirty="0">
                <a:sym typeface="Wingdings" panose="05000000000000000000" pitchFamily="2" charset="2"/>
              </a:rPr>
              <a:t> = 8 </a:t>
            </a:r>
          </a:p>
        </p:txBody>
      </p:sp>
    </p:spTree>
    <p:extLst>
      <p:ext uri="{BB962C8B-B14F-4D97-AF65-F5344CB8AC3E}">
        <p14:creationId xmlns:p14="http://schemas.microsoft.com/office/powerpoint/2010/main" val="2440471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4EEF4-982D-0B6C-2F63-936EBFF6E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Induction</a:t>
            </a:r>
            <a:r>
              <a:rPr lang="sv-SE" dirty="0"/>
              <a:t> </a:t>
            </a:r>
            <a:r>
              <a:rPr lang="sv-SE" dirty="0" err="1"/>
              <a:t>variables</a:t>
            </a:r>
            <a:r>
              <a:rPr lang="sv-SE" dirty="0"/>
              <a:t> and </a:t>
            </a:r>
            <a:r>
              <a:rPr lang="sv-SE" dirty="0" err="1"/>
              <a:t>Reduction</a:t>
            </a:r>
            <a:r>
              <a:rPr lang="sv-SE" dirty="0"/>
              <a:t> in </a:t>
            </a:r>
            <a:r>
              <a:rPr lang="sv-SE" dirty="0" err="1"/>
              <a:t>strength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5AF89-1920-A9F6-8B4F-1A088711F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An </a:t>
            </a:r>
            <a:r>
              <a:rPr lang="sv-SE" dirty="0" err="1"/>
              <a:t>induction</a:t>
            </a:r>
            <a:r>
              <a:rPr lang="sv-SE" dirty="0"/>
              <a:t> </a:t>
            </a:r>
            <a:r>
              <a:rPr lang="sv-SE" dirty="0" err="1"/>
              <a:t>variable</a:t>
            </a:r>
            <a:r>
              <a:rPr lang="sv-SE" dirty="0"/>
              <a:t> </a:t>
            </a:r>
            <a:r>
              <a:rPr lang="sv-SE" i="1" dirty="0"/>
              <a:t>i</a:t>
            </a:r>
            <a:r>
              <a:rPr lang="sv-SE" dirty="0"/>
              <a:t> in a loop has a (positive or negative) </a:t>
            </a:r>
            <a:r>
              <a:rPr lang="sv-SE" dirty="0" err="1"/>
              <a:t>constant</a:t>
            </a:r>
            <a:r>
              <a:rPr lang="sv-SE" dirty="0"/>
              <a:t> </a:t>
            </a:r>
            <a:r>
              <a:rPr lang="sv-SE" i="1" dirty="0"/>
              <a:t>c</a:t>
            </a:r>
            <a:r>
              <a:rPr lang="sv-SE" dirty="0"/>
              <a:t>, </a:t>
            </a:r>
            <a:r>
              <a:rPr lang="sv-SE" dirty="0" err="1"/>
              <a:t>such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i="1" dirty="0"/>
              <a:t>i </a:t>
            </a:r>
            <a:r>
              <a:rPr lang="sv-SE" dirty="0"/>
              <a:t>= </a:t>
            </a:r>
            <a:r>
              <a:rPr lang="sv-SE" i="1" dirty="0"/>
              <a:t>i</a:t>
            </a:r>
            <a:r>
              <a:rPr lang="sv-SE" dirty="0"/>
              <a:t> + </a:t>
            </a:r>
            <a:r>
              <a:rPr lang="sv-SE" i="1" dirty="0"/>
              <a:t>c</a:t>
            </a:r>
            <a:r>
              <a:rPr lang="sv-SE" dirty="0"/>
              <a:t> in </a:t>
            </a:r>
            <a:r>
              <a:rPr lang="sv-SE" dirty="0" err="1"/>
              <a:t>each</a:t>
            </a:r>
            <a:r>
              <a:rPr lang="sv-SE" dirty="0"/>
              <a:t> </a:t>
            </a:r>
            <a:r>
              <a:rPr lang="sv-SE" dirty="0" err="1"/>
              <a:t>interation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the loop.</a:t>
            </a:r>
          </a:p>
          <a:p>
            <a:r>
              <a:rPr lang="sv-SE" dirty="0"/>
              <a:t>The new </a:t>
            </a:r>
            <a:r>
              <a:rPr lang="sv-SE" dirty="0" err="1"/>
              <a:t>value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an </a:t>
            </a:r>
            <a:r>
              <a:rPr lang="sv-SE" dirty="0" err="1"/>
              <a:t>induction</a:t>
            </a:r>
            <a:r>
              <a:rPr lang="sv-SE" dirty="0"/>
              <a:t> </a:t>
            </a:r>
            <a:r>
              <a:rPr lang="sv-SE" dirty="0" err="1"/>
              <a:t>variable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be </a:t>
            </a:r>
            <a:r>
              <a:rPr lang="sv-SE" dirty="0" err="1"/>
              <a:t>computed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an </a:t>
            </a:r>
            <a:r>
              <a:rPr lang="sv-SE" dirty="0" err="1"/>
              <a:t>inexpensive</a:t>
            </a:r>
            <a:r>
              <a:rPr lang="sv-SE" dirty="0"/>
              <a:t> addition </a:t>
            </a:r>
            <a:r>
              <a:rPr lang="sv-SE" dirty="0" err="1"/>
              <a:t>instead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an </a:t>
            </a:r>
            <a:r>
              <a:rPr lang="sv-SE" dirty="0" err="1"/>
              <a:t>expensive</a:t>
            </a:r>
            <a:r>
              <a:rPr lang="sv-SE" dirty="0"/>
              <a:t> </a:t>
            </a:r>
            <a:r>
              <a:rPr lang="sv-SE" dirty="0" err="1"/>
              <a:t>multiplication</a:t>
            </a:r>
            <a:r>
              <a:rPr lang="sv-SE" dirty="0"/>
              <a:t>.</a:t>
            </a:r>
          </a:p>
          <a:p>
            <a:r>
              <a:rPr lang="sv-SE" dirty="0" err="1"/>
              <a:t>Using</a:t>
            </a:r>
            <a:r>
              <a:rPr lang="sv-SE" dirty="0"/>
              <a:t> an addition </a:t>
            </a:r>
            <a:r>
              <a:rPr lang="sv-SE" dirty="0" err="1"/>
              <a:t>instead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a </a:t>
            </a:r>
            <a:r>
              <a:rPr lang="sv-SE" dirty="0" err="1"/>
              <a:t>multiplication</a:t>
            </a:r>
            <a:r>
              <a:rPr lang="sv-SE" dirty="0"/>
              <a:t> is a </a:t>
            </a:r>
            <a:r>
              <a:rPr lang="sv-SE" dirty="0" err="1"/>
              <a:t>reduction</a:t>
            </a:r>
            <a:r>
              <a:rPr lang="sv-SE" dirty="0"/>
              <a:t> in </a:t>
            </a:r>
            <a:r>
              <a:rPr lang="sv-SE" dirty="0" err="1"/>
              <a:t>strength</a:t>
            </a:r>
            <a:r>
              <a:rPr lang="sv-SE" dirty="0"/>
              <a:t> (or </a:t>
            </a:r>
            <a:r>
              <a:rPr lang="sv-SE" dirty="0" err="1"/>
              <a:t>strength</a:t>
            </a:r>
            <a:r>
              <a:rPr lang="sv-SE" dirty="0"/>
              <a:t> </a:t>
            </a:r>
            <a:r>
              <a:rPr lang="sv-SE" dirty="0" err="1"/>
              <a:t>reduction</a:t>
            </a:r>
            <a:r>
              <a:rPr lang="sv-SE" dirty="0"/>
              <a:t>)</a:t>
            </a:r>
          </a:p>
          <a:p>
            <a:r>
              <a:rPr lang="sv-SE" dirty="0"/>
              <a:t>If </a:t>
            </a:r>
            <a:r>
              <a:rPr lang="sv-SE" dirty="0" err="1"/>
              <a:t>there</a:t>
            </a:r>
            <a:r>
              <a:rPr lang="sv-SE" dirty="0"/>
              <a:t> is a </a:t>
            </a:r>
            <a:r>
              <a:rPr lang="sv-SE" dirty="0" err="1"/>
              <a:t>group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induction</a:t>
            </a:r>
            <a:r>
              <a:rPr lang="sv-SE" dirty="0"/>
              <a:t> </a:t>
            </a:r>
            <a:r>
              <a:rPr lang="sv-SE" dirty="0" err="1"/>
              <a:t>variables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remain</a:t>
            </a:r>
            <a:r>
              <a:rPr lang="sv-SE" dirty="0"/>
              <a:t> in lock step in the loop, it is </a:t>
            </a:r>
            <a:r>
              <a:rPr lang="sv-SE" dirty="0" err="1"/>
              <a:t>often</a:t>
            </a:r>
            <a:r>
              <a:rPr lang="sv-SE" dirty="0"/>
              <a:t> </a:t>
            </a:r>
            <a:r>
              <a:rPr lang="sv-SE" dirty="0" err="1"/>
              <a:t>possible</a:t>
            </a:r>
            <a:r>
              <a:rPr lang="sv-SE" dirty="0"/>
              <a:t> to </a:t>
            </a:r>
            <a:r>
              <a:rPr lang="sv-SE" dirty="0" err="1"/>
              <a:t>eliminate</a:t>
            </a:r>
            <a:r>
              <a:rPr lang="sv-SE" dirty="0"/>
              <a:t> all </a:t>
            </a:r>
            <a:r>
              <a:rPr lang="sv-SE" dirty="0" err="1"/>
              <a:t>but</a:t>
            </a:r>
            <a:r>
              <a:rPr lang="sv-SE" dirty="0"/>
              <a:t> </a:t>
            </a:r>
            <a:r>
              <a:rPr lang="sv-SE" dirty="0" err="1"/>
              <a:t>one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the </a:t>
            </a:r>
            <a:r>
              <a:rPr lang="sv-SE" dirty="0" err="1"/>
              <a:t>variables</a:t>
            </a:r>
            <a:r>
              <a:rPr lang="sv-SE" dirty="0"/>
              <a:t> in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group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300607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128D9-B0EB-0579-7D72-24E365AE0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888BC2B-83B1-7947-A4C5-36C90A4B0551}"/>
              </a:ext>
            </a:extLst>
          </p:cNvPr>
          <p:cNvGrpSpPr/>
          <p:nvPr/>
        </p:nvGrpSpPr>
        <p:grpSpPr>
          <a:xfrm>
            <a:off x="522149" y="666491"/>
            <a:ext cx="1918448" cy="1281953"/>
            <a:chOff x="860611" y="573741"/>
            <a:chExt cx="1353671" cy="1281953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F5619F3-F3B5-56D4-B044-719ABB5BCE5B}"/>
                </a:ext>
              </a:extLst>
            </p:cNvPr>
            <p:cNvSpPr txBox="1"/>
            <p:nvPr/>
          </p:nvSpPr>
          <p:spPr>
            <a:xfrm>
              <a:off x="941293" y="614553"/>
              <a:ext cx="119230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dirty="0"/>
                <a:t>i = m-1</a:t>
              </a:r>
            </a:p>
            <a:p>
              <a:r>
                <a:rPr lang="sv-SE" dirty="0"/>
                <a:t>j = n</a:t>
              </a:r>
            </a:p>
            <a:p>
              <a:r>
                <a:rPr lang="sv-SE" dirty="0"/>
                <a:t>t1 = 4*n</a:t>
              </a:r>
            </a:p>
            <a:p>
              <a:r>
                <a:rPr lang="sv-SE" dirty="0"/>
                <a:t>v = a[t1] 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AB74F67-B8ED-38DC-B305-E382205B5EA9}"/>
                </a:ext>
              </a:extLst>
            </p:cNvPr>
            <p:cNvSpPr/>
            <p:nvPr/>
          </p:nvSpPr>
          <p:spPr>
            <a:xfrm>
              <a:off x="860611" y="573741"/>
              <a:ext cx="1353671" cy="128195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DE427C4E-747A-8DD4-9AC7-D9F03901623D}"/>
              </a:ext>
            </a:extLst>
          </p:cNvPr>
          <p:cNvSpPr/>
          <p:nvPr/>
        </p:nvSpPr>
        <p:spPr>
          <a:xfrm>
            <a:off x="4177552" y="3647696"/>
            <a:ext cx="1918448" cy="9694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7C25F8-9FF4-451B-1931-97065901C85C}"/>
              </a:ext>
            </a:extLst>
          </p:cNvPr>
          <p:cNvSpPr/>
          <p:nvPr/>
        </p:nvSpPr>
        <p:spPr>
          <a:xfrm>
            <a:off x="8677835" y="706545"/>
            <a:ext cx="1918448" cy="12819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04E1D9-5CD8-4B0B-2A50-FAC95E57B98A}"/>
              </a:ext>
            </a:extLst>
          </p:cNvPr>
          <p:cNvSpPr/>
          <p:nvPr/>
        </p:nvSpPr>
        <p:spPr>
          <a:xfrm>
            <a:off x="4177552" y="711947"/>
            <a:ext cx="1918448" cy="12819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383802-6415-B1D2-82F8-41EBAF896C10}"/>
              </a:ext>
            </a:extLst>
          </p:cNvPr>
          <p:cNvSpPr txBox="1"/>
          <p:nvPr/>
        </p:nvSpPr>
        <p:spPr>
          <a:xfrm>
            <a:off x="8792179" y="703389"/>
            <a:ext cx="1689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j = j-1</a:t>
            </a:r>
          </a:p>
          <a:p>
            <a:r>
              <a:rPr lang="sv-SE" dirty="0"/>
              <a:t>t4 = 4*j</a:t>
            </a:r>
          </a:p>
          <a:p>
            <a:r>
              <a:rPr lang="sv-SE" dirty="0"/>
              <a:t>t5 = a[t4] </a:t>
            </a:r>
          </a:p>
          <a:p>
            <a:r>
              <a:rPr lang="sv-SE" dirty="0"/>
              <a:t>If t5 &gt; v </a:t>
            </a:r>
            <a:r>
              <a:rPr lang="sv-SE" dirty="0" err="1"/>
              <a:t>goto</a:t>
            </a:r>
            <a:r>
              <a:rPr lang="sv-SE" dirty="0"/>
              <a:t> B3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0C1B0D-811F-42F8-F5E9-61039993BAB5}"/>
              </a:ext>
            </a:extLst>
          </p:cNvPr>
          <p:cNvSpPr txBox="1"/>
          <p:nvPr/>
        </p:nvSpPr>
        <p:spPr>
          <a:xfrm>
            <a:off x="4280426" y="694474"/>
            <a:ext cx="1689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i = i+1</a:t>
            </a:r>
          </a:p>
          <a:p>
            <a:r>
              <a:rPr lang="sv-SE" dirty="0"/>
              <a:t>t2 = 4*i</a:t>
            </a:r>
          </a:p>
          <a:p>
            <a:r>
              <a:rPr lang="sv-SE" dirty="0"/>
              <a:t>t3 = a[t2] </a:t>
            </a:r>
          </a:p>
          <a:p>
            <a:r>
              <a:rPr lang="sv-SE" dirty="0"/>
              <a:t>If t3 &lt; v </a:t>
            </a:r>
            <a:r>
              <a:rPr lang="sv-SE" dirty="0" err="1"/>
              <a:t>goto</a:t>
            </a:r>
            <a:r>
              <a:rPr lang="sv-SE" dirty="0"/>
              <a:t> B2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5A4F41-84F5-C14A-9A50-34B378636930}"/>
              </a:ext>
            </a:extLst>
          </p:cNvPr>
          <p:cNvSpPr/>
          <p:nvPr/>
        </p:nvSpPr>
        <p:spPr>
          <a:xfrm>
            <a:off x="8677835" y="3661613"/>
            <a:ext cx="1918448" cy="12335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B618FE-CE43-4143-4992-C217F42AE9BB}"/>
              </a:ext>
            </a:extLst>
          </p:cNvPr>
          <p:cNvSpPr txBox="1"/>
          <p:nvPr/>
        </p:nvSpPr>
        <p:spPr>
          <a:xfrm>
            <a:off x="4291896" y="3661613"/>
            <a:ext cx="1689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a[t2] = t5</a:t>
            </a:r>
          </a:p>
          <a:p>
            <a:r>
              <a:rPr lang="sv-SE" dirty="0"/>
              <a:t>a[t4] = t3</a:t>
            </a:r>
          </a:p>
          <a:p>
            <a:r>
              <a:rPr lang="sv-SE" dirty="0" err="1"/>
              <a:t>goto</a:t>
            </a:r>
            <a:r>
              <a:rPr lang="sv-SE" dirty="0"/>
              <a:t> B2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A3E590-6DCC-2258-A895-282EBADA20C2}"/>
              </a:ext>
            </a:extLst>
          </p:cNvPr>
          <p:cNvSpPr txBox="1"/>
          <p:nvPr/>
        </p:nvSpPr>
        <p:spPr>
          <a:xfrm>
            <a:off x="8792179" y="3647695"/>
            <a:ext cx="1689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x = t3</a:t>
            </a:r>
          </a:p>
          <a:p>
            <a:r>
              <a:rPr lang="sv-SE" dirty="0"/>
              <a:t>t14 = a[t1]</a:t>
            </a:r>
          </a:p>
          <a:p>
            <a:r>
              <a:rPr lang="sv-SE" dirty="0"/>
              <a:t>a[t2] = t14</a:t>
            </a:r>
          </a:p>
          <a:p>
            <a:r>
              <a:rPr lang="sv-SE" dirty="0"/>
              <a:t>a[t1] = 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A4297A-844D-AA93-BEDD-5DD36CA0AB9E}"/>
              </a:ext>
            </a:extLst>
          </p:cNvPr>
          <p:cNvSpPr/>
          <p:nvPr/>
        </p:nvSpPr>
        <p:spPr>
          <a:xfrm>
            <a:off x="6525824" y="2561896"/>
            <a:ext cx="1918448" cy="606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9492CC-E5E1-132C-81AA-26FE36A3BD9E}"/>
              </a:ext>
            </a:extLst>
          </p:cNvPr>
          <p:cNvSpPr txBox="1"/>
          <p:nvPr/>
        </p:nvSpPr>
        <p:spPr>
          <a:xfrm>
            <a:off x="6637283" y="2751083"/>
            <a:ext cx="1602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If i &gt;= j </a:t>
            </a:r>
            <a:r>
              <a:rPr lang="sv-SE" dirty="0" err="1"/>
              <a:t>goto</a:t>
            </a:r>
            <a:r>
              <a:rPr lang="sv-SE" dirty="0"/>
              <a:t> B6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A8BE1D-12B3-83D4-32D5-A2C96C3AE12E}"/>
              </a:ext>
            </a:extLst>
          </p:cNvPr>
          <p:cNvSpPr txBox="1"/>
          <p:nvPr/>
        </p:nvSpPr>
        <p:spPr>
          <a:xfrm>
            <a:off x="291512" y="256347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B1: i =m-1; j = n; v = a[n];	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46A81B-C91C-3141-3906-EEB7A7D3AA28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440597" y="1307467"/>
            <a:ext cx="161114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E736BD5-112C-FABC-7C9B-5C62756237B9}"/>
              </a:ext>
            </a:extLst>
          </p:cNvPr>
          <p:cNvSpPr/>
          <p:nvPr/>
        </p:nvSpPr>
        <p:spPr>
          <a:xfrm>
            <a:off x="3532843" y="70948"/>
            <a:ext cx="2992981" cy="890749"/>
          </a:xfrm>
          <a:custGeom>
            <a:avLst/>
            <a:gdLst>
              <a:gd name="connsiteX0" fmla="*/ 2560529 w 2987059"/>
              <a:gd name="connsiteY0" fmla="*/ 633941 h 681238"/>
              <a:gd name="connsiteX1" fmla="*/ 2986198 w 2987059"/>
              <a:gd name="connsiteY1" fmla="*/ 428989 h 681238"/>
              <a:gd name="connsiteX2" fmla="*/ 2568412 w 2987059"/>
              <a:gd name="connsiteY2" fmla="*/ 42734 h 681238"/>
              <a:gd name="connsiteX3" fmla="*/ 290295 w 2987059"/>
              <a:gd name="connsiteY3" fmla="*/ 66382 h 681238"/>
              <a:gd name="connsiteX4" fmla="*/ 61695 w 2987059"/>
              <a:gd name="connsiteY4" fmla="*/ 547231 h 681238"/>
              <a:gd name="connsiteX5" fmla="*/ 574074 w 2987059"/>
              <a:gd name="connsiteY5" fmla="*/ 681238 h 681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87059" h="681238">
                <a:moveTo>
                  <a:pt x="2560529" y="633941"/>
                </a:moveTo>
                <a:cubicBezTo>
                  <a:pt x="2772706" y="580732"/>
                  <a:pt x="2984884" y="527523"/>
                  <a:pt x="2986198" y="428989"/>
                </a:cubicBezTo>
                <a:cubicBezTo>
                  <a:pt x="2987512" y="330455"/>
                  <a:pt x="3017729" y="103168"/>
                  <a:pt x="2568412" y="42734"/>
                </a:cubicBezTo>
                <a:cubicBezTo>
                  <a:pt x="2119095" y="-17701"/>
                  <a:pt x="708081" y="-17701"/>
                  <a:pt x="290295" y="66382"/>
                </a:cubicBezTo>
                <a:cubicBezTo>
                  <a:pt x="-127491" y="150465"/>
                  <a:pt x="14398" y="444755"/>
                  <a:pt x="61695" y="547231"/>
                </a:cubicBezTo>
                <a:cubicBezTo>
                  <a:pt x="108991" y="649707"/>
                  <a:pt x="341532" y="665472"/>
                  <a:pt x="574074" y="681238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340E4A-A8B9-FCE0-6236-5D33DCCA12D1}"/>
              </a:ext>
            </a:extLst>
          </p:cNvPr>
          <p:cNvSpPr txBox="1"/>
          <p:nvPr/>
        </p:nvSpPr>
        <p:spPr>
          <a:xfrm>
            <a:off x="3659448" y="281090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B2: do i = i+1 </a:t>
            </a:r>
            <a:r>
              <a:rPr lang="sv-SE" dirty="0" err="1"/>
              <a:t>while</a:t>
            </a:r>
            <a:r>
              <a:rPr lang="sv-SE" dirty="0"/>
              <a:t> (a[i] &lt; v); 	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05658C1-7972-0C44-35EA-771A56179807}"/>
              </a:ext>
            </a:extLst>
          </p:cNvPr>
          <p:cNvSpPr/>
          <p:nvPr/>
        </p:nvSpPr>
        <p:spPr>
          <a:xfrm>
            <a:off x="8044409" y="86714"/>
            <a:ext cx="2992981" cy="890749"/>
          </a:xfrm>
          <a:custGeom>
            <a:avLst/>
            <a:gdLst>
              <a:gd name="connsiteX0" fmla="*/ 2560529 w 2987059"/>
              <a:gd name="connsiteY0" fmla="*/ 633941 h 681238"/>
              <a:gd name="connsiteX1" fmla="*/ 2986198 w 2987059"/>
              <a:gd name="connsiteY1" fmla="*/ 428989 h 681238"/>
              <a:gd name="connsiteX2" fmla="*/ 2568412 w 2987059"/>
              <a:gd name="connsiteY2" fmla="*/ 42734 h 681238"/>
              <a:gd name="connsiteX3" fmla="*/ 290295 w 2987059"/>
              <a:gd name="connsiteY3" fmla="*/ 66382 h 681238"/>
              <a:gd name="connsiteX4" fmla="*/ 61695 w 2987059"/>
              <a:gd name="connsiteY4" fmla="*/ 547231 h 681238"/>
              <a:gd name="connsiteX5" fmla="*/ 574074 w 2987059"/>
              <a:gd name="connsiteY5" fmla="*/ 681238 h 681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87059" h="681238">
                <a:moveTo>
                  <a:pt x="2560529" y="633941"/>
                </a:moveTo>
                <a:cubicBezTo>
                  <a:pt x="2772706" y="580732"/>
                  <a:pt x="2984884" y="527523"/>
                  <a:pt x="2986198" y="428989"/>
                </a:cubicBezTo>
                <a:cubicBezTo>
                  <a:pt x="2987512" y="330455"/>
                  <a:pt x="3017729" y="103168"/>
                  <a:pt x="2568412" y="42734"/>
                </a:cubicBezTo>
                <a:cubicBezTo>
                  <a:pt x="2119095" y="-17701"/>
                  <a:pt x="708081" y="-17701"/>
                  <a:pt x="290295" y="66382"/>
                </a:cubicBezTo>
                <a:cubicBezTo>
                  <a:pt x="-127491" y="150465"/>
                  <a:pt x="14398" y="444755"/>
                  <a:pt x="61695" y="547231"/>
                </a:cubicBezTo>
                <a:cubicBezTo>
                  <a:pt x="108991" y="649707"/>
                  <a:pt x="341532" y="665472"/>
                  <a:pt x="574074" y="681238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B7382AF-3E05-EA72-4D8A-AFD4EA57C6F3}"/>
              </a:ext>
            </a:extLst>
          </p:cNvPr>
          <p:cNvCxnSpPr>
            <a:cxnSpLocks/>
          </p:cNvCxnSpPr>
          <p:nvPr/>
        </p:nvCxnSpPr>
        <p:spPr>
          <a:xfrm>
            <a:off x="6096000" y="1307467"/>
            <a:ext cx="24674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256A7E3-B14F-1489-445B-36C25EEF31D3}"/>
              </a:ext>
            </a:extLst>
          </p:cNvPr>
          <p:cNvSpPr txBox="1"/>
          <p:nvPr/>
        </p:nvSpPr>
        <p:spPr>
          <a:xfrm>
            <a:off x="8159731" y="288759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B3: do j = j-1 </a:t>
            </a:r>
            <a:r>
              <a:rPr lang="sv-SE" dirty="0" err="1"/>
              <a:t>while</a:t>
            </a:r>
            <a:r>
              <a:rPr lang="sv-SE" dirty="0"/>
              <a:t> (a[j] &gt; v); 	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5A0807D-1AC9-7446-E193-18803FEC481C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7843345" y="1988498"/>
            <a:ext cx="1793714" cy="4866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46D47C7-68C1-359E-AAC4-83F6F2099BC1}"/>
              </a:ext>
            </a:extLst>
          </p:cNvPr>
          <p:cNvCxnSpPr>
            <a:cxnSpLocks/>
          </p:cNvCxnSpPr>
          <p:nvPr/>
        </p:nvCxnSpPr>
        <p:spPr>
          <a:xfrm flipH="1">
            <a:off x="5817476" y="3168869"/>
            <a:ext cx="1143000" cy="417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716E729-A1B7-DE37-9BAA-C3A50A867F9C}"/>
              </a:ext>
            </a:extLst>
          </p:cNvPr>
          <p:cNvCxnSpPr/>
          <p:nvPr/>
        </p:nvCxnSpPr>
        <p:spPr>
          <a:xfrm>
            <a:off x="8044409" y="3168869"/>
            <a:ext cx="1028646" cy="417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7C32E22-96D1-39F0-C108-318C57BE4371}"/>
              </a:ext>
            </a:extLst>
          </p:cNvPr>
          <p:cNvSpPr txBox="1"/>
          <p:nvPr/>
        </p:nvSpPr>
        <p:spPr>
          <a:xfrm>
            <a:off x="5944813" y="216656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B4: </a:t>
            </a:r>
            <a:r>
              <a:rPr lang="sv-SE" dirty="0" err="1"/>
              <a:t>if</a:t>
            </a:r>
            <a:r>
              <a:rPr lang="sv-SE" dirty="0"/>
              <a:t> (i &gt;= j) break 	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1F2B027-7CCC-CED8-1820-6D4E57EA3A5E}"/>
              </a:ext>
            </a:extLst>
          </p:cNvPr>
          <p:cNvCxnSpPr/>
          <p:nvPr/>
        </p:nvCxnSpPr>
        <p:spPr>
          <a:xfrm flipV="1">
            <a:off x="4406462" y="2112579"/>
            <a:ext cx="0" cy="1535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B926C68E-37C9-A29F-B028-FD5FA87CFDB0}"/>
              </a:ext>
            </a:extLst>
          </p:cNvPr>
          <p:cNvSpPr txBox="1"/>
          <p:nvPr/>
        </p:nvSpPr>
        <p:spPr>
          <a:xfrm>
            <a:off x="1222897" y="4617191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B5: x = a[i]; a[i] = a[j]; a[j] = x;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6CE72E9-5DEB-F3B1-D6A5-163591A247D8}"/>
              </a:ext>
            </a:extLst>
          </p:cNvPr>
          <p:cNvSpPr txBox="1"/>
          <p:nvPr/>
        </p:nvSpPr>
        <p:spPr>
          <a:xfrm>
            <a:off x="9023576" y="3231241"/>
            <a:ext cx="3145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B6: x = a[i]; a[i] = a[n]; a[n] = x; </a:t>
            </a:r>
          </a:p>
        </p:txBody>
      </p:sp>
    </p:spTree>
    <p:extLst>
      <p:ext uri="{BB962C8B-B14F-4D97-AF65-F5344CB8AC3E}">
        <p14:creationId xmlns:p14="http://schemas.microsoft.com/office/powerpoint/2010/main" val="2779656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8D035-29A2-F3D1-4781-A45AECF91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8624469-B466-55B9-792B-C069AB67DA29}"/>
              </a:ext>
            </a:extLst>
          </p:cNvPr>
          <p:cNvGrpSpPr/>
          <p:nvPr/>
        </p:nvGrpSpPr>
        <p:grpSpPr>
          <a:xfrm>
            <a:off x="522149" y="666490"/>
            <a:ext cx="1918448" cy="2085896"/>
            <a:chOff x="860611" y="573740"/>
            <a:chExt cx="1353671" cy="1560013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5650CC8-4EA7-CFE6-CFD4-7F745BE9DDAA}"/>
                </a:ext>
              </a:extLst>
            </p:cNvPr>
            <p:cNvSpPr txBox="1"/>
            <p:nvPr/>
          </p:nvSpPr>
          <p:spPr>
            <a:xfrm>
              <a:off x="941293" y="614553"/>
              <a:ext cx="1192307" cy="1519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dirty="0"/>
                <a:t>i = m-1</a:t>
              </a:r>
            </a:p>
            <a:p>
              <a:r>
                <a:rPr lang="sv-SE" dirty="0"/>
                <a:t>j = n</a:t>
              </a:r>
            </a:p>
            <a:p>
              <a:r>
                <a:rPr lang="sv-SE" dirty="0"/>
                <a:t>t1 = 4*n</a:t>
              </a:r>
            </a:p>
            <a:p>
              <a:r>
                <a:rPr lang="sv-SE" dirty="0"/>
                <a:t>v = a[t1]</a:t>
              </a:r>
            </a:p>
            <a:p>
              <a:r>
                <a:rPr lang="sv-SE" dirty="0"/>
                <a:t>t2 = 4*i</a:t>
              </a:r>
            </a:p>
            <a:p>
              <a:r>
                <a:rPr lang="sv-SE" dirty="0"/>
                <a:t>t4 = 4*j</a:t>
              </a:r>
            </a:p>
            <a:p>
              <a:endParaRPr lang="sv-SE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500E143-369C-44D0-F45A-F01600EA2393}"/>
                </a:ext>
              </a:extLst>
            </p:cNvPr>
            <p:cNvSpPr/>
            <p:nvPr/>
          </p:nvSpPr>
          <p:spPr>
            <a:xfrm>
              <a:off x="860611" y="573740"/>
              <a:ext cx="1353671" cy="13526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84FC62B-A55E-2913-6FB0-8EFA81D75766}"/>
              </a:ext>
            </a:extLst>
          </p:cNvPr>
          <p:cNvSpPr/>
          <p:nvPr/>
        </p:nvSpPr>
        <p:spPr>
          <a:xfrm>
            <a:off x="4177552" y="3647696"/>
            <a:ext cx="1918448" cy="9694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11399F-EE65-5301-1A48-7405D707B60F}"/>
              </a:ext>
            </a:extLst>
          </p:cNvPr>
          <p:cNvSpPr/>
          <p:nvPr/>
        </p:nvSpPr>
        <p:spPr>
          <a:xfrm>
            <a:off x="8677835" y="706545"/>
            <a:ext cx="1918448" cy="12819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BF7B84-EA9C-3C8C-316A-46C18DA296E2}"/>
              </a:ext>
            </a:extLst>
          </p:cNvPr>
          <p:cNvSpPr/>
          <p:nvPr/>
        </p:nvSpPr>
        <p:spPr>
          <a:xfrm>
            <a:off x="4177552" y="711947"/>
            <a:ext cx="1918448" cy="12819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82D7C6-BD3C-0B92-6291-A73A92174AB1}"/>
              </a:ext>
            </a:extLst>
          </p:cNvPr>
          <p:cNvSpPr txBox="1"/>
          <p:nvPr/>
        </p:nvSpPr>
        <p:spPr>
          <a:xfrm>
            <a:off x="8792179" y="703389"/>
            <a:ext cx="1689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t4 = t4-4</a:t>
            </a:r>
          </a:p>
          <a:p>
            <a:r>
              <a:rPr lang="sv-SE" dirty="0"/>
              <a:t>t5 = a[t4] </a:t>
            </a:r>
          </a:p>
          <a:p>
            <a:r>
              <a:rPr lang="sv-SE" dirty="0"/>
              <a:t>If t5 &gt; v </a:t>
            </a:r>
            <a:r>
              <a:rPr lang="sv-SE" dirty="0" err="1"/>
              <a:t>goto</a:t>
            </a:r>
            <a:r>
              <a:rPr lang="sv-SE" dirty="0"/>
              <a:t> B3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ABCE7C-AF5C-80FD-C8DD-7BA2561A9E49}"/>
              </a:ext>
            </a:extLst>
          </p:cNvPr>
          <p:cNvSpPr txBox="1"/>
          <p:nvPr/>
        </p:nvSpPr>
        <p:spPr>
          <a:xfrm>
            <a:off x="4280426" y="694474"/>
            <a:ext cx="1689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t2 = t2+4</a:t>
            </a:r>
          </a:p>
          <a:p>
            <a:r>
              <a:rPr lang="sv-SE" dirty="0"/>
              <a:t>t3 = a[t2] </a:t>
            </a:r>
          </a:p>
          <a:p>
            <a:r>
              <a:rPr lang="sv-SE" dirty="0"/>
              <a:t>If t3 &lt; v </a:t>
            </a:r>
            <a:r>
              <a:rPr lang="sv-SE" dirty="0" err="1"/>
              <a:t>goto</a:t>
            </a:r>
            <a:r>
              <a:rPr lang="sv-SE" dirty="0"/>
              <a:t> B2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715F43-DED8-B24E-EB4F-68B5A3573187}"/>
              </a:ext>
            </a:extLst>
          </p:cNvPr>
          <p:cNvSpPr/>
          <p:nvPr/>
        </p:nvSpPr>
        <p:spPr>
          <a:xfrm>
            <a:off x="8677835" y="3661613"/>
            <a:ext cx="1918448" cy="12335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99A971-AB2B-18B6-C800-55A502B364EB}"/>
              </a:ext>
            </a:extLst>
          </p:cNvPr>
          <p:cNvSpPr txBox="1"/>
          <p:nvPr/>
        </p:nvSpPr>
        <p:spPr>
          <a:xfrm>
            <a:off x="4291896" y="3661613"/>
            <a:ext cx="1689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a[t2] = t5</a:t>
            </a:r>
          </a:p>
          <a:p>
            <a:r>
              <a:rPr lang="sv-SE" dirty="0"/>
              <a:t>a[t4] = t3</a:t>
            </a:r>
          </a:p>
          <a:p>
            <a:r>
              <a:rPr lang="sv-SE" dirty="0" err="1"/>
              <a:t>goto</a:t>
            </a:r>
            <a:r>
              <a:rPr lang="sv-SE" dirty="0"/>
              <a:t> B2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6BCCFE-0312-04E0-924D-A613BD53D817}"/>
              </a:ext>
            </a:extLst>
          </p:cNvPr>
          <p:cNvSpPr txBox="1"/>
          <p:nvPr/>
        </p:nvSpPr>
        <p:spPr>
          <a:xfrm>
            <a:off x="8792179" y="3647695"/>
            <a:ext cx="1689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t14 = a[t1]</a:t>
            </a:r>
          </a:p>
          <a:p>
            <a:r>
              <a:rPr lang="sv-SE" dirty="0"/>
              <a:t>a[t2] = t14</a:t>
            </a:r>
          </a:p>
          <a:p>
            <a:r>
              <a:rPr lang="sv-SE" dirty="0"/>
              <a:t>a[t1] = t3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D839E1-6E9A-17E1-F708-4C3213E81AFA}"/>
              </a:ext>
            </a:extLst>
          </p:cNvPr>
          <p:cNvSpPr/>
          <p:nvPr/>
        </p:nvSpPr>
        <p:spPr>
          <a:xfrm>
            <a:off x="6525824" y="2561896"/>
            <a:ext cx="1918448" cy="606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E6C502-517E-F24F-BB0D-79BFECE03E4E}"/>
              </a:ext>
            </a:extLst>
          </p:cNvPr>
          <p:cNvSpPr txBox="1"/>
          <p:nvPr/>
        </p:nvSpPr>
        <p:spPr>
          <a:xfrm>
            <a:off x="6525824" y="2752386"/>
            <a:ext cx="1890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If t2 &gt;= t4 </a:t>
            </a:r>
            <a:r>
              <a:rPr lang="sv-SE" dirty="0" err="1"/>
              <a:t>goto</a:t>
            </a:r>
            <a:r>
              <a:rPr lang="sv-SE" dirty="0"/>
              <a:t> B6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67E0EA-F2F8-0DD2-5B25-E98AC567E362}"/>
              </a:ext>
            </a:extLst>
          </p:cNvPr>
          <p:cNvSpPr txBox="1"/>
          <p:nvPr/>
        </p:nvSpPr>
        <p:spPr>
          <a:xfrm>
            <a:off x="291512" y="256347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B1: i =m-1; j = n; v = a[n];	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B1628D9-2997-45E1-52AA-F175149190CA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440597" y="1307467"/>
            <a:ext cx="1611141" cy="2633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04468E2-C419-DAAA-18E7-B701AE50F313}"/>
              </a:ext>
            </a:extLst>
          </p:cNvPr>
          <p:cNvSpPr/>
          <p:nvPr/>
        </p:nvSpPr>
        <p:spPr>
          <a:xfrm>
            <a:off x="3532843" y="70948"/>
            <a:ext cx="2992981" cy="890749"/>
          </a:xfrm>
          <a:custGeom>
            <a:avLst/>
            <a:gdLst>
              <a:gd name="connsiteX0" fmla="*/ 2560529 w 2987059"/>
              <a:gd name="connsiteY0" fmla="*/ 633941 h 681238"/>
              <a:gd name="connsiteX1" fmla="*/ 2986198 w 2987059"/>
              <a:gd name="connsiteY1" fmla="*/ 428989 h 681238"/>
              <a:gd name="connsiteX2" fmla="*/ 2568412 w 2987059"/>
              <a:gd name="connsiteY2" fmla="*/ 42734 h 681238"/>
              <a:gd name="connsiteX3" fmla="*/ 290295 w 2987059"/>
              <a:gd name="connsiteY3" fmla="*/ 66382 h 681238"/>
              <a:gd name="connsiteX4" fmla="*/ 61695 w 2987059"/>
              <a:gd name="connsiteY4" fmla="*/ 547231 h 681238"/>
              <a:gd name="connsiteX5" fmla="*/ 574074 w 2987059"/>
              <a:gd name="connsiteY5" fmla="*/ 681238 h 681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87059" h="681238">
                <a:moveTo>
                  <a:pt x="2560529" y="633941"/>
                </a:moveTo>
                <a:cubicBezTo>
                  <a:pt x="2772706" y="580732"/>
                  <a:pt x="2984884" y="527523"/>
                  <a:pt x="2986198" y="428989"/>
                </a:cubicBezTo>
                <a:cubicBezTo>
                  <a:pt x="2987512" y="330455"/>
                  <a:pt x="3017729" y="103168"/>
                  <a:pt x="2568412" y="42734"/>
                </a:cubicBezTo>
                <a:cubicBezTo>
                  <a:pt x="2119095" y="-17701"/>
                  <a:pt x="708081" y="-17701"/>
                  <a:pt x="290295" y="66382"/>
                </a:cubicBezTo>
                <a:cubicBezTo>
                  <a:pt x="-127491" y="150465"/>
                  <a:pt x="14398" y="444755"/>
                  <a:pt x="61695" y="547231"/>
                </a:cubicBezTo>
                <a:cubicBezTo>
                  <a:pt x="108991" y="649707"/>
                  <a:pt x="341532" y="665472"/>
                  <a:pt x="574074" y="681238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4D1B78-26F7-EBF7-4AD8-406A7586085A}"/>
              </a:ext>
            </a:extLst>
          </p:cNvPr>
          <p:cNvSpPr txBox="1"/>
          <p:nvPr/>
        </p:nvSpPr>
        <p:spPr>
          <a:xfrm>
            <a:off x="3659448" y="281090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B2: do i = i+1 </a:t>
            </a:r>
            <a:r>
              <a:rPr lang="sv-SE" dirty="0" err="1"/>
              <a:t>while</a:t>
            </a:r>
            <a:r>
              <a:rPr lang="sv-SE" dirty="0"/>
              <a:t> (a[i] &lt; v); 	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16F1E0C-327D-4AD2-1AAB-D1B5D541B33B}"/>
              </a:ext>
            </a:extLst>
          </p:cNvPr>
          <p:cNvSpPr/>
          <p:nvPr/>
        </p:nvSpPr>
        <p:spPr>
          <a:xfrm>
            <a:off x="8044409" y="86714"/>
            <a:ext cx="2992981" cy="890749"/>
          </a:xfrm>
          <a:custGeom>
            <a:avLst/>
            <a:gdLst>
              <a:gd name="connsiteX0" fmla="*/ 2560529 w 2987059"/>
              <a:gd name="connsiteY0" fmla="*/ 633941 h 681238"/>
              <a:gd name="connsiteX1" fmla="*/ 2986198 w 2987059"/>
              <a:gd name="connsiteY1" fmla="*/ 428989 h 681238"/>
              <a:gd name="connsiteX2" fmla="*/ 2568412 w 2987059"/>
              <a:gd name="connsiteY2" fmla="*/ 42734 h 681238"/>
              <a:gd name="connsiteX3" fmla="*/ 290295 w 2987059"/>
              <a:gd name="connsiteY3" fmla="*/ 66382 h 681238"/>
              <a:gd name="connsiteX4" fmla="*/ 61695 w 2987059"/>
              <a:gd name="connsiteY4" fmla="*/ 547231 h 681238"/>
              <a:gd name="connsiteX5" fmla="*/ 574074 w 2987059"/>
              <a:gd name="connsiteY5" fmla="*/ 681238 h 681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87059" h="681238">
                <a:moveTo>
                  <a:pt x="2560529" y="633941"/>
                </a:moveTo>
                <a:cubicBezTo>
                  <a:pt x="2772706" y="580732"/>
                  <a:pt x="2984884" y="527523"/>
                  <a:pt x="2986198" y="428989"/>
                </a:cubicBezTo>
                <a:cubicBezTo>
                  <a:pt x="2987512" y="330455"/>
                  <a:pt x="3017729" y="103168"/>
                  <a:pt x="2568412" y="42734"/>
                </a:cubicBezTo>
                <a:cubicBezTo>
                  <a:pt x="2119095" y="-17701"/>
                  <a:pt x="708081" y="-17701"/>
                  <a:pt x="290295" y="66382"/>
                </a:cubicBezTo>
                <a:cubicBezTo>
                  <a:pt x="-127491" y="150465"/>
                  <a:pt x="14398" y="444755"/>
                  <a:pt x="61695" y="547231"/>
                </a:cubicBezTo>
                <a:cubicBezTo>
                  <a:pt x="108991" y="649707"/>
                  <a:pt x="341532" y="665472"/>
                  <a:pt x="574074" y="681238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51BCD82-0998-4F41-9904-C0C8AB43E05F}"/>
              </a:ext>
            </a:extLst>
          </p:cNvPr>
          <p:cNvCxnSpPr>
            <a:cxnSpLocks/>
          </p:cNvCxnSpPr>
          <p:nvPr/>
        </p:nvCxnSpPr>
        <p:spPr>
          <a:xfrm>
            <a:off x="6096000" y="1307467"/>
            <a:ext cx="24674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F865C6E-84D9-BD43-D4BF-94E412502E8C}"/>
              </a:ext>
            </a:extLst>
          </p:cNvPr>
          <p:cNvSpPr txBox="1"/>
          <p:nvPr/>
        </p:nvSpPr>
        <p:spPr>
          <a:xfrm>
            <a:off x="8159731" y="288759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B3: do j = j-1 </a:t>
            </a:r>
            <a:r>
              <a:rPr lang="sv-SE" dirty="0" err="1"/>
              <a:t>while</a:t>
            </a:r>
            <a:r>
              <a:rPr lang="sv-SE" dirty="0"/>
              <a:t> (a[j] &gt; v); 	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008B241-4910-9DB8-9956-0E759F96A118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7843345" y="1988498"/>
            <a:ext cx="1793714" cy="4866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75301D5-8AC2-839B-D1B2-0FAF79732C8F}"/>
              </a:ext>
            </a:extLst>
          </p:cNvPr>
          <p:cNvCxnSpPr>
            <a:cxnSpLocks/>
          </p:cNvCxnSpPr>
          <p:nvPr/>
        </p:nvCxnSpPr>
        <p:spPr>
          <a:xfrm flipH="1">
            <a:off x="5817476" y="3168869"/>
            <a:ext cx="1143000" cy="417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4ABCBE2-54AF-EA39-168E-335B34B71DF4}"/>
              </a:ext>
            </a:extLst>
          </p:cNvPr>
          <p:cNvCxnSpPr/>
          <p:nvPr/>
        </p:nvCxnSpPr>
        <p:spPr>
          <a:xfrm>
            <a:off x="8044409" y="3168869"/>
            <a:ext cx="1028646" cy="417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4C3FE41-8320-FABF-C02B-CA88D5F9846F}"/>
              </a:ext>
            </a:extLst>
          </p:cNvPr>
          <p:cNvSpPr txBox="1"/>
          <p:nvPr/>
        </p:nvSpPr>
        <p:spPr>
          <a:xfrm>
            <a:off x="5944813" y="216656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B4: </a:t>
            </a:r>
            <a:r>
              <a:rPr lang="sv-SE" dirty="0" err="1"/>
              <a:t>if</a:t>
            </a:r>
            <a:r>
              <a:rPr lang="sv-SE" dirty="0"/>
              <a:t> (i &gt;= j) break 	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457C62C-5176-7141-A6E2-19E04FB431BE}"/>
              </a:ext>
            </a:extLst>
          </p:cNvPr>
          <p:cNvCxnSpPr/>
          <p:nvPr/>
        </p:nvCxnSpPr>
        <p:spPr>
          <a:xfrm flipV="1">
            <a:off x="4406462" y="2112579"/>
            <a:ext cx="0" cy="1535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A267CB39-D797-52CD-64EC-288CEF7B7FEE}"/>
              </a:ext>
            </a:extLst>
          </p:cNvPr>
          <p:cNvSpPr txBox="1"/>
          <p:nvPr/>
        </p:nvSpPr>
        <p:spPr>
          <a:xfrm>
            <a:off x="1222897" y="4617191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B5: x = a[i]; a[i] = a[j]; a[j] = x;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A885E7B-1F9D-3466-326F-740EC540034D}"/>
              </a:ext>
            </a:extLst>
          </p:cNvPr>
          <p:cNvSpPr txBox="1"/>
          <p:nvPr/>
        </p:nvSpPr>
        <p:spPr>
          <a:xfrm>
            <a:off x="9023576" y="3231241"/>
            <a:ext cx="3145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B6: x = a[i]; a[i] = a[n]; a[n] = x;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214F61-8F81-5861-CE11-5705F68C3951}"/>
              </a:ext>
            </a:extLst>
          </p:cNvPr>
          <p:cNvSpPr txBox="1"/>
          <p:nvPr/>
        </p:nvSpPr>
        <p:spPr>
          <a:xfrm>
            <a:off x="4704860" y="5374193"/>
            <a:ext cx="4231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Code</a:t>
            </a:r>
            <a:r>
              <a:rPr lang="sv-SE" dirty="0"/>
              <a:t> </a:t>
            </a:r>
            <a:r>
              <a:rPr lang="sv-SE" dirty="0" err="1"/>
              <a:t>after</a:t>
            </a:r>
            <a:r>
              <a:rPr lang="sv-SE" dirty="0"/>
              <a:t> </a:t>
            </a:r>
            <a:r>
              <a:rPr lang="sv-SE" dirty="0" err="1"/>
              <a:t>induction</a:t>
            </a:r>
            <a:r>
              <a:rPr lang="sv-SE" dirty="0"/>
              <a:t> </a:t>
            </a:r>
            <a:r>
              <a:rPr lang="sv-SE" dirty="0" err="1"/>
              <a:t>variable</a:t>
            </a:r>
            <a:r>
              <a:rPr lang="sv-SE" dirty="0"/>
              <a:t> elimination</a:t>
            </a:r>
          </a:p>
        </p:txBody>
      </p:sp>
    </p:spTree>
    <p:extLst>
      <p:ext uri="{BB962C8B-B14F-4D97-AF65-F5344CB8AC3E}">
        <p14:creationId xmlns:p14="http://schemas.microsoft.com/office/powerpoint/2010/main" val="30241947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AA9A4-F442-D9C6-7B8B-3D4340887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Data-</a:t>
            </a:r>
            <a:r>
              <a:rPr lang="sv-SE" dirty="0" err="1"/>
              <a:t>flow</a:t>
            </a:r>
            <a:r>
              <a:rPr lang="sv-SE" dirty="0"/>
              <a:t> </a:t>
            </a:r>
            <a:r>
              <a:rPr lang="sv-SE" dirty="0" err="1"/>
              <a:t>analysis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B58CB-B2A5-B372-E035-BDC970DEA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All the </a:t>
            </a:r>
            <a:r>
              <a:rPr lang="sv-SE" dirty="0" err="1"/>
              <a:t>optimizations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have</a:t>
            </a:r>
            <a:r>
              <a:rPr lang="sv-SE" dirty="0"/>
              <a:t> </a:t>
            </a:r>
            <a:r>
              <a:rPr lang="sv-SE" dirty="0" err="1"/>
              <a:t>talked</a:t>
            </a:r>
            <a:r>
              <a:rPr lang="sv-SE" dirty="0"/>
              <a:t> </a:t>
            </a:r>
            <a:r>
              <a:rPr lang="sv-SE" dirty="0" err="1"/>
              <a:t>about</a:t>
            </a:r>
            <a:r>
              <a:rPr lang="sv-SE" dirty="0"/>
              <a:t> </a:t>
            </a:r>
            <a:r>
              <a:rPr lang="sv-SE" dirty="0" err="1"/>
              <a:t>depend</a:t>
            </a:r>
            <a:r>
              <a:rPr lang="sv-SE" dirty="0"/>
              <a:t> on data-</a:t>
            </a:r>
            <a:r>
              <a:rPr lang="sv-SE" dirty="0" err="1"/>
              <a:t>flow</a:t>
            </a:r>
            <a:r>
              <a:rPr lang="sv-SE" dirty="0"/>
              <a:t> </a:t>
            </a:r>
            <a:r>
              <a:rPr lang="sv-SE" dirty="0" err="1"/>
              <a:t>analysis</a:t>
            </a:r>
            <a:endParaRPr lang="sv-SE" dirty="0"/>
          </a:p>
          <a:p>
            <a:r>
              <a:rPr lang="sv-SE" dirty="0"/>
              <a:t>Data-</a:t>
            </a:r>
            <a:r>
              <a:rPr lang="sv-SE" dirty="0" err="1"/>
              <a:t>flow</a:t>
            </a:r>
            <a:r>
              <a:rPr lang="sv-SE" dirty="0"/>
              <a:t> </a:t>
            </a:r>
            <a:r>
              <a:rPr lang="sv-SE" dirty="0" err="1"/>
              <a:t>analysis</a:t>
            </a:r>
            <a:r>
              <a:rPr lang="sv-SE" dirty="0"/>
              <a:t> </a:t>
            </a:r>
            <a:r>
              <a:rPr lang="sv-SE" dirty="0" err="1"/>
              <a:t>refers</a:t>
            </a:r>
            <a:r>
              <a:rPr lang="sv-SE" dirty="0"/>
              <a:t> to a </a:t>
            </a:r>
            <a:r>
              <a:rPr lang="sv-SE" dirty="0" err="1"/>
              <a:t>body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techniques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derive</a:t>
            </a:r>
            <a:r>
              <a:rPr lang="sv-SE" dirty="0"/>
              <a:t> information </a:t>
            </a:r>
            <a:r>
              <a:rPr lang="sv-SE" dirty="0" err="1"/>
              <a:t>about</a:t>
            </a:r>
            <a:r>
              <a:rPr lang="sv-SE" dirty="0"/>
              <a:t> the </a:t>
            </a:r>
            <a:r>
              <a:rPr lang="sv-SE" dirty="0" err="1"/>
              <a:t>flow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data </a:t>
            </a:r>
            <a:r>
              <a:rPr lang="sv-SE" dirty="0" err="1"/>
              <a:t>along</a:t>
            </a:r>
            <a:r>
              <a:rPr lang="sv-SE" dirty="0"/>
              <a:t> the </a:t>
            </a:r>
            <a:r>
              <a:rPr lang="sv-SE" dirty="0" err="1"/>
              <a:t>program’s</a:t>
            </a:r>
            <a:r>
              <a:rPr lang="sv-SE" dirty="0"/>
              <a:t> </a:t>
            </a:r>
            <a:r>
              <a:rPr lang="sv-SE" dirty="0" err="1"/>
              <a:t>execution</a:t>
            </a:r>
            <a:r>
              <a:rPr lang="sv-SE" dirty="0"/>
              <a:t> </a:t>
            </a:r>
            <a:r>
              <a:rPr lang="sv-SE" dirty="0" err="1"/>
              <a:t>path</a:t>
            </a:r>
            <a:endParaRPr lang="sv-SE" dirty="0"/>
          </a:p>
          <a:p>
            <a:r>
              <a:rPr lang="sv-SE" dirty="0"/>
              <a:t>For </a:t>
            </a:r>
            <a:r>
              <a:rPr lang="sv-SE" dirty="0" err="1"/>
              <a:t>example</a:t>
            </a:r>
            <a:r>
              <a:rPr lang="sv-SE" dirty="0"/>
              <a:t>, </a:t>
            </a:r>
            <a:r>
              <a:rPr lang="sv-SE" dirty="0" err="1"/>
              <a:t>one</a:t>
            </a:r>
            <a:r>
              <a:rPr lang="sv-SE" dirty="0"/>
              <a:t> </a:t>
            </a:r>
            <a:r>
              <a:rPr lang="sv-SE" dirty="0" err="1"/>
              <a:t>way</a:t>
            </a:r>
            <a:r>
              <a:rPr lang="sv-SE" dirty="0"/>
              <a:t> to </a:t>
            </a:r>
            <a:r>
              <a:rPr lang="sv-SE" dirty="0" err="1"/>
              <a:t>implement</a:t>
            </a:r>
            <a:r>
              <a:rPr lang="sv-SE" dirty="0"/>
              <a:t> global common </a:t>
            </a:r>
            <a:r>
              <a:rPr lang="sv-SE" dirty="0" err="1"/>
              <a:t>subexpression</a:t>
            </a:r>
            <a:r>
              <a:rPr lang="sv-SE" dirty="0"/>
              <a:t> elimination is to </a:t>
            </a:r>
            <a:r>
              <a:rPr lang="sv-SE" dirty="0" err="1"/>
              <a:t>identify</a:t>
            </a:r>
            <a:r>
              <a:rPr lang="sv-SE" dirty="0"/>
              <a:t> </a:t>
            </a:r>
            <a:r>
              <a:rPr lang="sv-SE" dirty="0" err="1"/>
              <a:t>if</a:t>
            </a:r>
            <a:r>
              <a:rPr lang="sv-SE" dirty="0"/>
              <a:t> </a:t>
            </a:r>
            <a:r>
              <a:rPr lang="sv-SE" dirty="0" err="1"/>
              <a:t>two</a:t>
            </a:r>
            <a:r>
              <a:rPr lang="sv-SE" dirty="0"/>
              <a:t> </a:t>
            </a:r>
            <a:r>
              <a:rPr lang="sv-SE" dirty="0" err="1"/>
              <a:t>textually</a:t>
            </a:r>
            <a:r>
              <a:rPr lang="sv-SE" dirty="0"/>
              <a:t> </a:t>
            </a:r>
            <a:r>
              <a:rPr lang="sv-SE" dirty="0" err="1"/>
              <a:t>identical</a:t>
            </a:r>
            <a:r>
              <a:rPr lang="sv-SE" dirty="0"/>
              <a:t> expressions </a:t>
            </a:r>
            <a:r>
              <a:rPr lang="sv-SE" dirty="0" err="1"/>
              <a:t>always</a:t>
            </a:r>
            <a:r>
              <a:rPr lang="sv-SE" dirty="0"/>
              <a:t> </a:t>
            </a:r>
            <a:r>
              <a:rPr lang="sv-SE" dirty="0" err="1"/>
              <a:t>evaluate</a:t>
            </a:r>
            <a:r>
              <a:rPr lang="sv-SE" dirty="0"/>
              <a:t> the same </a:t>
            </a:r>
            <a:r>
              <a:rPr lang="sv-SE" dirty="0" err="1"/>
              <a:t>value</a:t>
            </a:r>
            <a:r>
              <a:rPr lang="sv-SE" dirty="0"/>
              <a:t>.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do </a:t>
            </a:r>
            <a:r>
              <a:rPr lang="sv-SE" dirty="0" err="1"/>
              <a:t>this</a:t>
            </a:r>
            <a:r>
              <a:rPr lang="sv-SE" dirty="0"/>
              <a:t> </a:t>
            </a:r>
            <a:r>
              <a:rPr lang="sv-SE" dirty="0" err="1"/>
              <a:t>using</a:t>
            </a:r>
            <a:r>
              <a:rPr lang="sv-SE" dirty="0"/>
              <a:t> a data-</a:t>
            </a:r>
            <a:r>
              <a:rPr lang="sv-SE" dirty="0" err="1"/>
              <a:t>flow</a:t>
            </a:r>
            <a:r>
              <a:rPr lang="sv-SE" dirty="0"/>
              <a:t> </a:t>
            </a:r>
            <a:r>
              <a:rPr lang="sv-SE" dirty="0" err="1"/>
              <a:t>analysis</a:t>
            </a:r>
            <a:r>
              <a:rPr lang="sv-SE" dirty="0"/>
              <a:t> </a:t>
            </a:r>
            <a:r>
              <a:rPr lang="sv-SE" dirty="0" err="1"/>
              <a:t>technique</a:t>
            </a:r>
            <a:r>
              <a:rPr lang="sv-SE" dirty="0"/>
              <a:t> (schema) </a:t>
            </a:r>
            <a:r>
              <a:rPr lang="sv-SE" dirty="0" err="1"/>
              <a:t>called</a:t>
            </a:r>
            <a:r>
              <a:rPr lang="sv-SE" dirty="0"/>
              <a:t> </a:t>
            </a:r>
            <a:r>
              <a:rPr lang="sv-SE" dirty="0" err="1"/>
              <a:t>Available</a:t>
            </a:r>
            <a:r>
              <a:rPr lang="sv-SE" dirty="0"/>
              <a:t> expressions</a:t>
            </a:r>
          </a:p>
        </p:txBody>
      </p:sp>
    </p:spTree>
    <p:extLst>
      <p:ext uri="{BB962C8B-B14F-4D97-AF65-F5344CB8AC3E}">
        <p14:creationId xmlns:p14="http://schemas.microsoft.com/office/powerpoint/2010/main" val="27653676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EF7A1-9719-7815-F89B-055D64908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93098-39DD-7AF0-5994-7ADA0CC96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Execution</a:t>
            </a:r>
            <a:r>
              <a:rPr lang="sv-SE" dirty="0"/>
              <a:t> </a:t>
            </a:r>
            <a:r>
              <a:rPr lang="sv-SE" dirty="0" err="1"/>
              <a:t>paths</a:t>
            </a:r>
            <a:r>
              <a:rPr lang="sv-SE" dirty="0"/>
              <a:t> 1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9FC94-D49D-B40D-51EA-A0B4C439F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There</a:t>
            </a:r>
            <a:r>
              <a:rPr lang="sv-SE" dirty="0"/>
              <a:t> is </a:t>
            </a:r>
            <a:r>
              <a:rPr lang="sv-SE" dirty="0" err="1"/>
              <a:t>one</a:t>
            </a:r>
            <a:r>
              <a:rPr lang="sv-SE" dirty="0"/>
              <a:t> program </a:t>
            </a:r>
            <a:r>
              <a:rPr lang="sv-SE" dirty="0" err="1"/>
              <a:t>point</a:t>
            </a:r>
            <a:r>
              <a:rPr lang="sv-SE" dirty="0"/>
              <a:t> </a:t>
            </a:r>
            <a:r>
              <a:rPr lang="sv-SE" dirty="0" err="1"/>
              <a:t>after</a:t>
            </a:r>
            <a:r>
              <a:rPr lang="sv-SE" dirty="0"/>
              <a:t> </a:t>
            </a:r>
            <a:r>
              <a:rPr lang="sv-SE" dirty="0" err="1"/>
              <a:t>each</a:t>
            </a:r>
            <a:r>
              <a:rPr lang="sv-SE" dirty="0"/>
              <a:t> </a:t>
            </a:r>
            <a:r>
              <a:rPr lang="sv-SE" dirty="0" err="1"/>
              <a:t>statement</a:t>
            </a:r>
            <a:r>
              <a:rPr lang="sv-SE" dirty="0"/>
              <a:t> (</a:t>
            </a:r>
            <a:r>
              <a:rPr lang="sv-SE" dirty="0" err="1"/>
              <a:t>except</a:t>
            </a:r>
            <a:r>
              <a:rPr lang="sv-SE" dirty="0"/>
              <a:t> the last </a:t>
            </a:r>
            <a:r>
              <a:rPr lang="sv-SE" dirty="0" err="1"/>
              <a:t>statement</a:t>
            </a:r>
            <a:r>
              <a:rPr lang="sv-SE" dirty="0"/>
              <a:t>) and </a:t>
            </a:r>
            <a:r>
              <a:rPr lang="sv-SE" dirty="0" err="1"/>
              <a:t>there</a:t>
            </a:r>
            <a:r>
              <a:rPr lang="sv-SE" dirty="0"/>
              <a:t> is </a:t>
            </a:r>
            <a:r>
              <a:rPr lang="sv-SE" dirty="0" err="1"/>
              <a:t>one</a:t>
            </a:r>
            <a:r>
              <a:rPr lang="sv-SE" dirty="0"/>
              <a:t> program </a:t>
            </a:r>
            <a:r>
              <a:rPr lang="sv-SE" dirty="0" err="1"/>
              <a:t>point</a:t>
            </a:r>
            <a:r>
              <a:rPr lang="sv-SE" dirty="0"/>
              <a:t> </a:t>
            </a:r>
            <a:r>
              <a:rPr lang="sv-SE" dirty="0" err="1"/>
              <a:t>before</a:t>
            </a:r>
            <a:r>
              <a:rPr lang="sv-SE" dirty="0"/>
              <a:t> </a:t>
            </a:r>
            <a:r>
              <a:rPr lang="sv-SE" dirty="0" err="1"/>
              <a:t>each</a:t>
            </a:r>
            <a:r>
              <a:rPr lang="sv-SE" dirty="0"/>
              <a:t> </a:t>
            </a:r>
            <a:r>
              <a:rPr lang="sv-SE" dirty="0" err="1"/>
              <a:t>statement</a:t>
            </a:r>
            <a:r>
              <a:rPr lang="sv-SE" dirty="0"/>
              <a:t> (</a:t>
            </a:r>
            <a:r>
              <a:rPr lang="sv-SE" dirty="0" err="1"/>
              <a:t>except</a:t>
            </a:r>
            <a:r>
              <a:rPr lang="sv-SE" dirty="0"/>
              <a:t> the </a:t>
            </a:r>
            <a:r>
              <a:rPr lang="sv-SE" dirty="0" err="1"/>
              <a:t>first</a:t>
            </a:r>
            <a:r>
              <a:rPr lang="sv-SE" dirty="0"/>
              <a:t> </a:t>
            </a:r>
            <a:r>
              <a:rPr lang="sv-SE" dirty="0" err="1"/>
              <a:t>statement</a:t>
            </a:r>
            <a:r>
              <a:rPr lang="sv-SE" dirty="0"/>
              <a:t>)</a:t>
            </a:r>
          </a:p>
          <a:p>
            <a:r>
              <a:rPr lang="sv-SE" dirty="0" err="1"/>
              <a:t>Within</a:t>
            </a:r>
            <a:r>
              <a:rPr lang="sv-SE" dirty="0"/>
              <a:t> </a:t>
            </a:r>
            <a:r>
              <a:rPr lang="sv-SE" dirty="0" err="1"/>
              <a:t>one</a:t>
            </a:r>
            <a:r>
              <a:rPr lang="sv-SE" dirty="0"/>
              <a:t> block, the program </a:t>
            </a:r>
            <a:r>
              <a:rPr lang="sv-SE" dirty="0" err="1"/>
              <a:t>point</a:t>
            </a:r>
            <a:r>
              <a:rPr lang="sv-SE" dirty="0"/>
              <a:t> </a:t>
            </a:r>
            <a:r>
              <a:rPr lang="sv-SE" dirty="0" err="1"/>
              <a:t>after</a:t>
            </a:r>
            <a:r>
              <a:rPr lang="sv-SE" dirty="0"/>
              <a:t> </a:t>
            </a:r>
            <a:r>
              <a:rPr lang="sv-SE" dirty="0" err="1"/>
              <a:t>after</a:t>
            </a:r>
            <a:r>
              <a:rPr lang="sv-SE" dirty="0"/>
              <a:t> a </a:t>
            </a:r>
            <a:r>
              <a:rPr lang="sv-SE" dirty="0" err="1"/>
              <a:t>statement</a:t>
            </a:r>
            <a:r>
              <a:rPr lang="sv-SE" dirty="0"/>
              <a:t> is the same as the program </a:t>
            </a:r>
            <a:r>
              <a:rPr lang="sv-SE" dirty="0" err="1"/>
              <a:t>point</a:t>
            </a:r>
            <a:r>
              <a:rPr lang="sv-SE" dirty="0"/>
              <a:t> </a:t>
            </a:r>
            <a:r>
              <a:rPr lang="sv-SE" dirty="0" err="1"/>
              <a:t>before</a:t>
            </a:r>
            <a:r>
              <a:rPr lang="sv-SE" dirty="0"/>
              <a:t> the </a:t>
            </a:r>
            <a:r>
              <a:rPr lang="sv-SE" dirty="0" err="1"/>
              <a:t>next</a:t>
            </a:r>
            <a:r>
              <a:rPr lang="sv-SE" dirty="0"/>
              <a:t> </a:t>
            </a:r>
            <a:r>
              <a:rPr lang="sv-SE" dirty="0" err="1"/>
              <a:t>statement</a:t>
            </a:r>
            <a:endParaRPr lang="sv-SE" dirty="0"/>
          </a:p>
          <a:p>
            <a:r>
              <a:rPr lang="sv-SE" dirty="0"/>
              <a:t>If </a:t>
            </a:r>
            <a:r>
              <a:rPr lang="sv-SE" dirty="0" err="1"/>
              <a:t>there</a:t>
            </a:r>
            <a:r>
              <a:rPr lang="sv-SE" dirty="0"/>
              <a:t> is an </a:t>
            </a:r>
            <a:r>
              <a:rPr lang="sv-SE" dirty="0" err="1"/>
              <a:t>edge</a:t>
            </a:r>
            <a:r>
              <a:rPr lang="sv-SE" dirty="0"/>
              <a:t> from block </a:t>
            </a:r>
            <a:r>
              <a:rPr lang="sv-SE" i="1" dirty="0" err="1"/>
              <a:t>B</a:t>
            </a:r>
            <a:r>
              <a:rPr lang="sv-SE" i="1" baseline="-25000" dirty="0" err="1"/>
              <a:t>x</a:t>
            </a:r>
            <a:r>
              <a:rPr lang="sv-SE" dirty="0"/>
              <a:t> to block </a:t>
            </a:r>
            <a:r>
              <a:rPr lang="sv-SE" i="1" dirty="0"/>
              <a:t>B</a:t>
            </a:r>
            <a:r>
              <a:rPr lang="sv-SE" i="1" baseline="-25000" dirty="0"/>
              <a:t>y</a:t>
            </a:r>
            <a:r>
              <a:rPr lang="sv-SE" dirty="0"/>
              <a:t>, the program </a:t>
            </a:r>
            <a:r>
              <a:rPr lang="sv-SE" dirty="0" err="1"/>
              <a:t>point</a:t>
            </a:r>
            <a:r>
              <a:rPr lang="sv-SE" dirty="0"/>
              <a:t> </a:t>
            </a:r>
            <a:r>
              <a:rPr lang="sv-SE" dirty="0" err="1"/>
              <a:t>after</a:t>
            </a:r>
            <a:r>
              <a:rPr lang="sv-SE" dirty="0"/>
              <a:t> the last </a:t>
            </a:r>
            <a:r>
              <a:rPr lang="sv-SE" dirty="0" err="1"/>
              <a:t>statement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i="1" dirty="0" err="1"/>
              <a:t>B</a:t>
            </a:r>
            <a:r>
              <a:rPr lang="sv-SE" i="1" baseline="-25000" dirty="0" err="1"/>
              <a:t>x</a:t>
            </a:r>
            <a:r>
              <a:rPr lang="sv-SE" dirty="0"/>
              <a:t> </a:t>
            </a:r>
            <a:r>
              <a:rPr lang="sv-SE" dirty="0" err="1"/>
              <a:t>may</a:t>
            </a:r>
            <a:r>
              <a:rPr lang="sv-SE" dirty="0"/>
              <a:t> be </a:t>
            </a:r>
            <a:r>
              <a:rPr lang="sv-SE" dirty="0" err="1"/>
              <a:t>followed</a:t>
            </a:r>
            <a:r>
              <a:rPr lang="sv-SE" dirty="0"/>
              <a:t> by the program </a:t>
            </a:r>
            <a:r>
              <a:rPr lang="sv-SE" dirty="0" err="1"/>
              <a:t>point</a:t>
            </a:r>
            <a:r>
              <a:rPr lang="sv-SE" dirty="0"/>
              <a:t> </a:t>
            </a:r>
            <a:r>
              <a:rPr lang="sv-SE" dirty="0" err="1"/>
              <a:t>before</a:t>
            </a:r>
            <a:r>
              <a:rPr lang="sv-SE" dirty="0"/>
              <a:t> the </a:t>
            </a:r>
            <a:r>
              <a:rPr lang="sv-SE" dirty="0" err="1"/>
              <a:t>first</a:t>
            </a:r>
            <a:r>
              <a:rPr lang="sv-SE" dirty="0"/>
              <a:t> </a:t>
            </a:r>
            <a:r>
              <a:rPr lang="sv-SE" dirty="0" err="1"/>
              <a:t>statement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i="1" dirty="0"/>
              <a:t>B</a:t>
            </a:r>
            <a:r>
              <a:rPr lang="sv-SE" i="1" baseline="-25000" dirty="0"/>
              <a:t>y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0060396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74D7B-E2D1-7B13-FC11-34172C5F7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059FB-2FCE-1649-6A0E-CD3494DD1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Execution</a:t>
            </a:r>
            <a:r>
              <a:rPr lang="sv-SE" dirty="0"/>
              <a:t> </a:t>
            </a:r>
            <a:r>
              <a:rPr lang="sv-SE" dirty="0" err="1"/>
              <a:t>paths</a:t>
            </a:r>
            <a:r>
              <a:rPr lang="sv-SE" dirty="0"/>
              <a:t> 2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D7779-4539-5756-C56D-A43CF393A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/>
              <a:t>An </a:t>
            </a:r>
            <a:r>
              <a:rPr lang="sv-SE" dirty="0" err="1"/>
              <a:t>execution</a:t>
            </a:r>
            <a:r>
              <a:rPr lang="sv-SE" dirty="0"/>
              <a:t> </a:t>
            </a:r>
            <a:r>
              <a:rPr lang="sv-SE" dirty="0" err="1"/>
              <a:t>path</a:t>
            </a:r>
            <a:r>
              <a:rPr lang="sv-SE" dirty="0"/>
              <a:t> is a </a:t>
            </a:r>
            <a:r>
              <a:rPr lang="sv-SE" dirty="0" err="1"/>
              <a:t>sequence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program </a:t>
            </a:r>
            <a:r>
              <a:rPr lang="sv-SE" dirty="0" err="1"/>
              <a:t>points</a:t>
            </a:r>
            <a:r>
              <a:rPr lang="sv-SE" dirty="0"/>
              <a:t> </a:t>
            </a:r>
            <a:r>
              <a:rPr lang="sv-SE" i="1" dirty="0"/>
              <a:t>p</a:t>
            </a:r>
            <a:r>
              <a:rPr lang="sv-SE" baseline="-25000" dirty="0"/>
              <a:t>1</a:t>
            </a:r>
            <a:r>
              <a:rPr lang="sv-SE" dirty="0"/>
              <a:t> to </a:t>
            </a:r>
            <a:r>
              <a:rPr lang="sv-SE" i="1" dirty="0" err="1"/>
              <a:t>p</a:t>
            </a:r>
            <a:r>
              <a:rPr lang="sv-SE" i="1" baseline="-25000" dirty="0" err="1"/>
              <a:t>n</a:t>
            </a:r>
            <a:r>
              <a:rPr lang="sv-SE" dirty="0"/>
              <a:t>, </a:t>
            </a:r>
            <a:r>
              <a:rPr lang="sv-SE" dirty="0" err="1"/>
              <a:t>such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for </a:t>
            </a:r>
            <a:r>
              <a:rPr lang="sv-SE" dirty="0" err="1"/>
              <a:t>each</a:t>
            </a:r>
            <a:r>
              <a:rPr lang="sv-SE" dirty="0"/>
              <a:t> </a:t>
            </a:r>
            <a:r>
              <a:rPr lang="sv-SE" i="1" dirty="0"/>
              <a:t>i</a:t>
            </a:r>
            <a:r>
              <a:rPr lang="sv-SE" dirty="0"/>
              <a:t> = 1, 2, …, </a:t>
            </a:r>
            <a:r>
              <a:rPr lang="sv-SE" i="1" dirty="0"/>
              <a:t>n</a:t>
            </a:r>
            <a:r>
              <a:rPr lang="sv-SE" dirty="0"/>
              <a:t>-1</a:t>
            </a:r>
          </a:p>
          <a:p>
            <a:pPr lvl="1"/>
            <a:r>
              <a:rPr lang="sv-SE" i="1" dirty="0"/>
              <a:t>p</a:t>
            </a:r>
            <a:r>
              <a:rPr lang="sv-SE" i="1" baseline="-25000" dirty="0"/>
              <a:t>i</a:t>
            </a:r>
            <a:r>
              <a:rPr lang="sv-SE" dirty="0"/>
              <a:t> is the </a:t>
            </a:r>
            <a:r>
              <a:rPr lang="sv-SE" dirty="0" err="1"/>
              <a:t>point</a:t>
            </a:r>
            <a:r>
              <a:rPr lang="sv-SE" dirty="0"/>
              <a:t> </a:t>
            </a:r>
            <a:r>
              <a:rPr lang="sv-SE" dirty="0" err="1"/>
              <a:t>immediately</a:t>
            </a:r>
            <a:r>
              <a:rPr lang="sv-SE" dirty="0"/>
              <a:t> </a:t>
            </a:r>
            <a:r>
              <a:rPr lang="sv-SE" dirty="0" err="1"/>
              <a:t>preceeding</a:t>
            </a:r>
            <a:r>
              <a:rPr lang="sv-SE" dirty="0"/>
              <a:t> a </a:t>
            </a:r>
            <a:r>
              <a:rPr lang="sv-SE" dirty="0" err="1"/>
              <a:t>statement</a:t>
            </a:r>
            <a:r>
              <a:rPr lang="sv-SE" dirty="0"/>
              <a:t> and </a:t>
            </a:r>
            <a:r>
              <a:rPr lang="sv-SE" i="1" dirty="0"/>
              <a:t>p</a:t>
            </a:r>
            <a:r>
              <a:rPr lang="sv-SE" i="1" baseline="-25000" dirty="0"/>
              <a:t>i</a:t>
            </a:r>
            <a:r>
              <a:rPr lang="sv-SE" baseline="-25000" dirty="0"/>
              <a:t>+1</a:t>
            </a:r>
            <a:r>
              <a:rPr lang="sv-SE" dirty="0"/>
              <a:t> is the </a:t>
            </a:r>
            <a:r>
              <a:rPr lang="sv-SE" dirty="0" err="1"/>
              <a:t>point</a:t>
            </a:r>
            <a:r>
              <a:rPr lang="sv-SE" dirty="0"/>
              <a:t> </a:t>
            </a:r>
            <a:r>
              <a:rPr lang="sv-SE" dirty="0" err="1"/>
              <a:t>immediately</a:t>
            </a:r>
            <a:r>
              <a:rPr lang="sv-SE" dirty="0"/>
              <a:t> </a:t>
            </a:r>
            <a:r>
              <a:rPr lang="sv-SE" dirty="0" err="1"/>
              <a:t>following</a:t>
            </a:r>
            <a:r>
              <a:rPr lang="sv-SE" dirty="0"/>
              <a:t> the same </a:t>
            </a:r>
            <a:r>
              <a:rPr lang="sv-SE" dirty="0" err="1"/>
              <a:t>statement</a:t>
            </a:r>
            <a:r>
              <a:rPr lang="sv-SE" dirty="0"/>
              <a:t>, or</a:t>
            </a:r>
          </a:p>
          <a:p>
            <a:pPr lvl="1"/>
            <a:r>
              <a:rPr lang="sv-SE" i="1" dirty="0"/>
              <a:t>p</a:t>
            </a:r>
            <a:r>
              <a:rPr lang="sv-SE" i="1" baseline="-25000" dirty="0"/>
              <a:t>i</a:t>
            </a:r>
            <a:r>
              <a:rPr lang="sv-SE" dirty="0"/>
              <a:t> is the end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some</a:t>
            </a:r>
            <a:r>
              <a:rPr lang="sv-SE" dirty="0"/>
              <a:t> block </a:t>
            </a:r>
            <a:r>
              <a:rPr lang="sv-SE" i="1" dirty="0" err="1"/>
              <a:t>B</a:t>
            </a:r>
            <a:r>
              <a:rPr lang="sv-SE" i="1" baseline="-25000" dirty="0" err="1"/>
              <a:t>x</a:t>
            </a:r>
            <a:r>
              <a:rPr lang="sv-SE" dirty="0"/>
              <a:t> and </a:t>
            </a:r>
            <a:r>
              <a:rPr lang="sv-SE" i="1" dirty="0"/>
              <a:t>p</a:t>
            </a:r>
            <a:r>
              <a:rPr lang="sv-SE" i="1" baseline="-25000" dirty="0"/>
              <a:t>i</a:t>
            </a:r>
            <a:r>
              <a:rPr lang="sv-SE" baseline="-25000" dirty="0"/>
              <a:t>+1</a:t>
            </a:r>
            <a:r>
              <a:rPr lang="sv-SE" dirty="0"/>
              <a:t> is the </a:t>
            </a:r>
            <a:r>
              <a:rPr lang="sv-SE" dirty="0" err="1"/>
              <a:t>beginning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a block </a:t>
            </a:r>
            <a:r>
              <a:rPr lang="sv-SE" i="1" dirty="0"/>
              <a:t>B</a:t>
            </a:r>
            <a:r>
              <a:rPr lang="sv-SE" i="1" baseline="-25000" dirty="0"/>
              <a:t>y</a:t>
            </a:r>
            <a:r>
              <a:rPr lang="sv-SE" dirty="0"/>
              <a:t>, and </a:t>
            </a:r>
            <a:r>
              <a:rPr lang="sv-SE" dirty="0" err="1"/>
              <a:t>there</a:t>
            </a:r>
            <a:r>
              <a:rPr lang="sv-SE" dirty="0"/>
              <a:t> is an </a:t>
            </a:r>
            <a:r>
              <a:rPr lang="sv-SE" dirty="0" err="1"/>
              <a:t>edge</a:t>
            </a:r>
            <a:r>
              <a:rPr lang="sv-SE" dirty="0"/>
              <a:t> from </a:t>
            </a:r>
            <a:r>
              <a:rPr lang="sv-SE" i="1" dirty="0" err="1"/>
              <a:t>B</a:t>
            </a:r>
            <a:r>
              <a:rPr lang="sv-SE" i="1" baseline="-25000" dirty="0" err="1"/>
              <a:t>x</a:t>
            </a:r>
            <a:r>
              <a:rPr lang="sv-SE" dirty="0"/>
              <a:t> to </a:t>
            </a:r>
            <a:r>
              <a:rPr lang="sv-SE" i="1" dirty="0"/>
              <a:t>B</a:t>
            </a:r>
            <a:r>
              <a:rPr lang="sv-SE" i="1" baseline="-25000" dirty="0"/>
              <a:t>y</a:t>
            </a:r>
          </a:p>
          <a:p>
            <a:r>
              <a:rPr lang="sv-SE" dirty="0"/>
              <a:t>A program </a:t>
            </a:r>
            <a:r>
              <a:rPr lang="sv-SE" dirty="0" err="1"/>
              <a:t>point</a:t>
            </a:r>
            <a:r>
              <a:rPr lang="sv-SE" dirty="0"/>
              <a:t> </a:t>
            </a:r>
            <a:r>
              <a:rPr lang="sv-SE" dirty="0" err="1"/>
              <a:t>may</a:t>
            </a:r>
            <a:r>
              <a:rPr lang="sv-SE" dirty="0"/>
              <a:t> be </a:t>
            </a:r>
            <a:r>
              <a:rPr lang="sv-SE" dirty="0" err="1"/>
              <a:t>reached</a:t>
            </a:r>
            <a:r>
              <a:rPr lang="sv-SE" dirty="0"/>
              <a:t> </a:t>
            </a:r>
            <a:r>
              <a:rPr lang="sv-SE" dirty="0" err="1"/>
              <a:t>through</a:t>
            </a:r>
            <a:r>
              <a:rPr lang="sv-SE" dirty="0"/>
              <a:t> (</a:t>
            </a:r>
            <a:r>
              <a:rPr lang="sv-SE" dirty="0" err="1"/>
              <a:t>infinitely</a:t>
            </a:r>
            <a:r>
              <a:rPr lang="sv-SE" dirty="0"/>
              <a:t>) </a:t>
            </a:r>
            <a:r>
              <a:rPr lang="sv-SE" dirty="0" err="1"/>
              <a:t>many</a:t>
            </a:r>
            <a:r>
              <a:rPr lang="sv-SE" dirty="0"/>
              <a:t> </a:t>
            </a:r>
            <a:r>
              <a:rPr lang="sv-SE" dirty="0" err="1"/>
              <a:t>execution</a:t>
            </a:r>
            <a:r>
              <a:rPr lang="sv-SE" dirty="0"/>
              <a:t> </a:t>
            </a:r>
            <a:r>
              <a:rPr lang="sv-SE" dirty="0" err="1"/>
              <a:t>paths</a:t>
            </a:r>
            <a:r>
              <a:rPr lang="sv-SE" dirty="0"/>
              <a:t>. </a:t>
            </a:r>
            <a:r>
              <a:rPr lang="sv-SE" dirty="0" err="1"/>
              <a:t>Each</a:t>
            </a:r>
            <a:r>
              <a:rPr lang="sv-SE" dirty="0"/>
              <a:t> </a:t>
            </a:r>
            <a:r>
              <a:rPr lang="sv-SE" dirty="0" err="1"/>
              <a:t>execution</a:t>
            </a:r>
            <a:r>
              <a:rPr lang="sv-SE" dirty="0"/>
              <a:t> </a:t>
            </a:r>
            <a:r>
              <a:rPr lang="sv-SE" dirty="0" err="1"/>
              <a:t>path</a:t>
            </a:r>
            <a:r>
              <a:rPr lang="sv-SE" dirty="0"/>
              <a:t> </a:t>
            </a:r>
            <a:r>
              <a:rPr lang="sv-SE" dirty="0" err="1"/>
              <a:t>defines</a:t>
            </a:r>
            <a:r>
              <a:rPr lang="sv-SE" dirty="0"/>
              <a:t> a program </a:t>
            </a:r>
            <a:r>
              <a:rPr lang="sv-SE" dirty="0" err="1"/>
              <a:t>state</a:t>
            </a:r>
            <a:r>
              <a:rPr lang="sv-SE" dirty="0"/>
              <a:t> (</a:t>
            </a:r>
            <a:r>
              <a:rPr lang="sv-SE" dirty="0" err="1"/>
              <a:t>e.g</a:t>
            </a:r>
            <a:r>
              <a:rPr lang="sv-SE" dirty="0"/>
              <a:t>., a set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values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variables</a:t>
            </a:r>
            <a:r>
              <a:rPr lang="sv-SE" dirty="0"/>
              <a:t> and registers)</a:t>
            </a:r>
          </a:p>
        </p:txBody>
      </p:sp>
    </p:spTree>
    <p:extLst>
      <p:ext uri="{BB962C8B-B14F-4D97-AF65-F5344CB8AC3E}">
        <p14:creationId xmlns:p14="http://schemas.microsoft.com/office/powerpoint/2010/main" val="7510536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72B77-9ADF-7715-8243-622CEC81C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25B04-BE74-CBF1-4CDB-28418C85B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Execution</a:t>
            </a:r>
            <a:r>
              <a:rPr lang="sv-SE" dirty="0"/>
              <a:t> </a:t>
            </a:r>
            <a:r>
              <a:rPr lang="sv-SE" dirty="0" err="1"/>
              <a:t>paths</a:t>
            </a:r>
            <a:r>
              <a:rPr lang="sv-SE" dirty="0"/>
              <a:t> and data-</a:t>
            </a:r>
            <a:r>
              <a:rPr lang="sv-SE" dirty="0" err="1"/>
              <a:t>flow</a:t>
            </a:r>
            <a:r>
              <a:rPr lang="sv-SE" dirty="0"/>
              <a:t> </a:t>
            </a:r>
            <a:r>
              <a:rPr lang="sv-SE" dirty="0" err="1"/>
              <a:t>analysis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0ADE8-CDD7-812C-24D0-F9FD648F8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/>
              <a:t>In general, it is not </a:t>
            </a:r>
            <a:r>
              <a:rPr lang="sv-SE" dirty="0" err="1"/>
              <a:t>possible</a:t>
            </a:r>
            <a:r>
              <a:rPr lang="sv-SE" dirty="0"/>
              <a:t> to </a:t>
            </a:r>
            <a:r>
              <a:rPr lang="sv-SE" dirty="0" err="1"/>
              <a:t>keep</a:t>
            </a:r>
            <a:r>
              <a:rPr lang="sv-SE" dirty="0"/>
              <a:t> </a:t>
            </a:r>
            <a:r>
              <a:rPr lang="sv-SE" dirty="0" err="1"/>
              <a:t>track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all program </a:t>
            </a:r>
            <a:r>
              <a:rPr lang="sv-SE" dirty="0" err="1"/>
              <a:t>states</a:t>
            </a:r>
            <a:r>
              <a:rPr lang="sv-SE" dirty="0"/>
              <a:t>. In data-</a:t>
            </a:r>
            <a:r>
              <a:rPr lang="sv-SE" dirty="0" err="1"/>
              <a:t>flow</a:t>
            </a:r>
            <a:r>
              <a:rPr lang="sv-SE" dirty="0"/>
              <a:t> </a:t>
            </a:r>
            <a:r>
              <a:rPr lang="sv-SE" dirty="0" err="1"/>
              <a:t>analysis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do not </a:t>
            </a:r>
            <a:r>
              <a:rPr lang="sv-SE" dirty="0" err="1"/>
              <a:t>distinguish</a:t>
            </a:r>
            <a:r>
              <a:rPr lang="sv-SE" dirty="0"/>
              <a:t> </a:t>
            </a:r>
            <a:r>
              <a:rPr lang="sv-SE" dirty="0" err="1"/>
              <a:t>among</a:t>
            </a:r>
            <a:r>
              <a:rPr lang="sv-SE" dirty="0"/>
              <a:t> the </a:t>
            </a:r>
            <a:r>
              <a:rPr lang="sv-SE" dirty="0" err="1"/>
              <a:t>possible</a:t>
            </a:r>
            <a:r>
              <a:rPr lang="sv-SE" dirty="0"/>
              <a:t> </a:t>
            </a:r>
            <a:r>
              <a:rPr lang="sv-SE" dirty="0" err="1"/>
              <a:t>paths</a:t>
            </a:r>
            <a:r>
              <a:rPr lang="sv-SE" dirty="0"/>
              <a:t> to </a:t>
            </a:r>
            <a:r>
              <a:rPr lang="sv-SE" dirty="0" err="1"/>
              <a:t>reach</a:t>
            </a:r>
            <a:r>
              <a:rPr lang="sv-SE" dirty="0"/>
              <a:t> a </a:t>
            </a:r>
            <a:r>
              <a:rPr lang="sv-SE" dirty="0" err="1"/>
              <a:t>point</a:t>
            </a:r>
            <a:r>
              <a:rPr lang="sv-SE" dirty="0"/>
              <a:t>. </a:t>
            </a:r>
          </a:p>
          <a:p>
            <a:r>
              <a:rPr lang="sv-SE" dirty="0" err="1"/>
              <a:t>Moreover</a:t>
            </a:r>
            <a:r>
              <a:rPr lang="sv-SE" dirty="0"/>
              <a:t>, </a:t>
            </a:r>
            <a:r>
              <a:rPr lang="sv-SE" dirty="0" err="1"/>
              <a:t>we</a:t>
            </a:r>
            <a:r>
              <a:rPr lang="sv-SE" dirty="0"/>
              <a:t> do not </a:t>
            </a:r>
            <a:r>
              <a:rPr lang="sv-SE" dirty="0" err="1"/>
              <a:t>keep</a:t>
            </a:r>
            <a:r>
              <a:rPr lang="sv-SE" dirty="0"/>
              <a:t> </a:t>
            </a:r>
            <a:r>
              <a:rPr lang="sv-SE" dirty="0" err="1"/>
              <a:t>track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complete</a:t>
            </a:r>
            <a:r>
              <a:rPr lang="sv-SE" dirty="0"/>
              <a:t> </a:t>
            </a:r>
            <a:r>
              <a:rPr lang="sv-SE" dirty="0" err="1"/>
              <a:t>states</a:t>
            </a:r>
            <a:r>
              <a:rPr lang="sv-SE" dirty="0"/>
              <a:t>; </a:t>
            </a:r>
            <a:r>
              <a:rPr lang="sv-SE" dirty="0" err="1"/>
              <a:t>rather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abstract </a:t>
            </a:r>
            <a:r>
              <a:rPr lang="sv-SE" dirty="0" err="1"/>
              <a:t>out</a:t>
            </a:r>
            <a:r>
              <a:rPr lang="sv-SE" dirty="0"/>
              <a:t> </a:t>
            </a:r>
            <a:r>
              <a:rPr lang="sv-SE" dirty="0" err="1"/>
              <a:t>certain</a:t>
            </a:r>
            <a:r>
              <a:rPr lang="sv-SE" dirty="0"/>
              <a:t> </a:t>
            </a:r>
            <a:r>
              <a:rPr lang="sv-SE" dirty="0" err="1"/>
              <a:t>details</a:t>
            </a:r>
            <a:r>
              <a:rPr lang="sv-SE" dirty="0"/>
              <a:t>, </a:t>
            </a:r>
            <a:r>
              <a:rPr lang="sv-SE" dirty="0" err="1"/>
              <a:t>keeping</a:t>
            </a:r>
            <a:r>
              <a:rPr lang="sv-SE" dirty="0"/>
              <a:t> </a:t>
            </a:r>
            <a:r>
              <a:rPr lang="sv-SE" dirty="0" err="1"/>
              <a:t>only</a:t>
            </a:r>
            <a:r>
              <a:rPr lang="sv-SE" dirty="0"/>
              <a:t> the data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need</a:t>
            </a:r>
            <a:r>
              <a:rPr lang="sv-SE" dirty="0"/>
              <a:t> for the </a:t>
            </a:r>
            <a:r>
              <a:rPr lang="sv-SE" dirty="0" err="1"/>
              <a:t>purpose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the </a:t>
            </a:r>
            <a:r>
              <a:rPr lang="sv-SE" dirty="0" err="1"/>
              <a:t>analysis</a:t>
            </a:r>
            <a:r>
              <a:rPr lang="sv-S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97936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CDFFC-B616-BCA2-403C-3E7D40DDE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50A55-9DB8-8BC6-624A-707E91783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Small </a:t>
            </a:r>
            <a:r>
              <a:rPr lang="sv-SE" dirty="0" err="1"/>
              <a:t>example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9 program </a:t>
            </a:r>
            <a:r>
              <a:rPr lang="sv-SE" dirty="0" err="1"/>
              <a:t>points</a:t>
            </a:r>
            <a:endParaRPr lang="sv-SE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18BFD3B-51B1-D4E6-7D70-B74460EF913F}"/>
              </a:ext>
            </a:extLst>
          </p:cNvPr>
          <p:cNvGrpSpPr/>
          <p:nvPr/>
        </p:nvGrpSpPr>
        <p:grpSpPr>
          <a:xfrm>
            <a:off x="1539024" y="1858100"/>
            <a:ext cx="2567893" cy="381917"/>
            <a:chOff x="860611" y="573740"/>
            <a:chExt cx="1353671" cy="135269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73F733F-014F-C14A-C999-1A30BE4ACB5F}"/>
                </a:ext>
              </a:extLst>
            </p:cNvPr>
            <p:cNvSpPr txBox="1"/>
            <p:nvPr/>
          </p:nvSpPr>
          <p:spPr>
            <a:xfrm>
              <a:off x="941293" y="614553"/>
              <a:ext cx="1192307" cy="13081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i="1" dirty="0"/>
                <a:t>d</a:t>
              </a:r>
              <a:r>
                <a:rPr lang="sv-SE" baseline="-25000" dirty="0"/>
                <a:t>1</a:t>
              </a:r>
              <a:r>
                <a:rPr lang="sv-SE" dirty="0"/>
                <a:t>: a = 1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C46C57A-6D76-CDC4-316D-17A87297FAF2}"/>
                </a:ext>
              </a:extLst>
            </p:cNvPr>
            <p:cNvSpPr/>
            <p:nvPr/>
          </p:nvSpPr>
          <p:spPr>
            <a:xfrm>
              <a:off x="860611" y="573740"/>
              <a:ext cx="1353671" cy="13526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702BDD7-B788-1B4F-3CB4-9A6B5495AA00}"/>
              </a:ext>
            </a:extLst>
          </p:cNvPr>
          <p:cNvGrpSpPr/>
          <p:nvPr/>
        </p:nvGrpSpPr>
        <p:grpSpPr>
          <a:xfrm>
            <a:off x="1539024" y="2805345"/>
            <a:ext cx="2567893" cy="381917"/>
            <a:chOff x="860611" y="573740"/>
            <a:chExt cx="1353671" cy="135269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3C9F1CC-D839-30C2-5518-67EC4862A441}"/>
                </a:ext>
              </a:extLst>
            </p:cNvPr>
            <p:cNvSpPr txBox="1"/>
            <p:nvPr/>
          </p:nvSpPr>
          <p:spPr>
            <a:xfrm>
              <a:off x="941293" y="614553"/>
              <a:ext cx="1192307" cy="13081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dirty="0"/>
                <a:t>If read() &lt;= 0 </a:t>
              </a:r>
              <a:r>
                <a:rPr lang="sv-SE" dirty="0" err="1"/>
                <a:t>goto</a:t>
              </a:r>
              <a:r>
                <a:rPr lang="sv-SE" dirty="0"/>
                <a:t> </a:t>
              </a:r>
              <a:r>
                <a:rPr lang="sv-SE" i="1" dirty="0"/>
                <a:t>B</a:t>
              </a:r>
              <a:r>
                <a:rPr lang="sv-SE" baseline="-25000" dirty="0"/>
                <a:t>4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777E778-BF00-76BE-BC3C-95118A699C1E}"/>
                </a:ext>
              </a:extLst>
            </p:cNvPr>
            <p:cNvSpPr/>
            <p:nvPr/>
          </p:nvSpPr>
          <p:spPr>
            <a:xfrm>
              <a:off x="860611" y="573740"/>
              <a:ext cx="1353671" cy="13526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70D4A75-D422-90EC-492A-EDB25E6D1031}"/>
              </a:ext>
            </a:extLst>
          </p:cNvPr>
          <p:cNvGrpSpPr/>
          <p:nvPr/>
        </p:nvGrpSpPr>
        <p:grpSpPr>
          <a:xfrm>
            <a:off x="1524197" y="3752589"/>
            <a:ext cx="2567893" cy="1004655"/>
            <a:chOff x="860611" y="573740"/>
            <a:chExt cx="1353671" cy="135269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B54D33B-51ED-9145-CAD7-D68294B28F4C}"/>
                </a:ext>
              </a:extLst>
            </p:cNvPr>
            <p:cNvSpPr txBox="1"/>
            <p:nvPr/>
          </p:nvSpPr>
          <p:spPr>
            <a:xfrm>
              <a:off x="941293" y="614553"/>
              <a:ext cx="1192307" cy="12335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i="1" dirty="0"/>
                <a:t>d</a:t>
              </a:r>
              <a:r>
                <a:rPr lang="sv-SE" baseline="-25000" dirty="0"/>
                <a:t>2</a:t>
              </a:r>
              <a:r>
                <a:rPr lang="sv-SE" dirty="0"/>
                <a:t>: b = a</a:t>
              </a:r>
            </a:p>
            <a:p>
              <a:r>
                <a:rPr lang="sv-SE" i="1" dirty="0"/>
                <a:t>d</a:t>
              </a:r>
              <a:r>
                <a:rPr lang="sv-SE" baseline="-25000" dirty="0"/>
                <a:t>3</a:t>
              </a:r>
              <a:r>
                <a:rPr lang="sv-SE" dirty="0"/>
                <a:t>: a = 243</a:t>
              </a:r>
            </a:p>
            <a:p>
              <a:r>
                <a:rPr lang="sv-SE" dirty="0" err="1"/>
                <a:t>goto</a:t>
              </a:r>
              <a:r>
                <a:rPr lang="sv-SE" dirty="0"/>
                <a:t> </a:t>
              </a:r>
              <a:r>
                <a:rPr lang="sv-SE" i="1" dirty="0"/>
                <a:t>B</a:t>
              </a:r>
              <a:r>
                <a:rPr lang="sv-SE" baseline="-25000" dirty="0"/>
                <a:t>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33F42E9-B5F6-D911-4AFC-2638DE3DDF6B}"/>
                </a:ext>
              </a:extLst>
            </p:cNvPr>
            <p:cNvSpPr/>
            <p:nvPr/>
          </p:nvSpPr>
          <p:spPr>
            <a:xfrm>
              <a:off x="860611" y="573740"/>
              <a:ext cx="1353671" cy="13526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8EAAA1B3-6F8F-0C74-D838-8D97A5C456DF}"/>
              </a:ext>
            </a:extLst>
          </p:cNvPr>
          <p:cNvSpPr/>
          <p:nvPr/>
        </p:nvSpPr>
        <p:spPr>
          <a:xfrm>
            <a:off x="1524198" y="5322572"/>
            <a:ext cx="2567893" cy="3819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D2F884-9AC2-BA75-E380-A1272D164B25}"/>
              </a:ext>
            </a:extLst>
          </p:cNvPr>
          <p:cNvSpPr txBox="1"/>
          <p:nvPr/>
        </p:nvSpPr>
        <p:spPr>
          <a:xfrm>
            <a:off x="1037392" y="1631055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(1)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A61D95-193B-4C66-F53B-C1D53687917B}"/>
              </a:ext>
            </a:extLst>
          </p:cNvPr>
          <p:cNvSpPr txBox="1"/>
          <p:nvPr/>
        </p:nvSpPr>
        <p:spPr>
          <a:xfrm>
            <a:off x="1037392" y="2000387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(2)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BB73C1-601F-D341-047B-E8E5634D40B1}"/>
              </a:ext>
            </a:extLst>
          </p:cNvPr>
          <p:cNvSpPr txBox="1"/>
          <p:nvPr/>
        </p:nvSpPr>
        <p:spPr>
          <a:xfrm>
            <a:off x="1037392" y="2550595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(3)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69151E-4057-7613-74CE-1937236D3FAB}"/>
              </a:ext>
            </a:extLst>
          </p:cNvPr>
          <p:cNvSpPr txBox="1"/>
          <p:nvPr/>
        </p:nvSpPr>
        <p:spPr>
          <a:xfrm>
            <a:off x="1037392" y="2916137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(4)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39E54D-C3CF-8DF9-C497-8F122D3EC438}"/>
              </a:ext>
            </a:extLst>
          </p:cNvPr>
          <p:cNvSpPr txBox="1"/>
          <p:nvPr/>
        </p:nvSpPr>
        <p:spPr>
          <a:xfrm>
            <a:off x="1037392" y="3568742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(5)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90371E-E30D-18D3-B5E5-7C0640E39FC7}"/>
              </a:ext>
            </a:extLst>
          </p:cNvPr>
          <p:cNvSpPr txBox="1"/>
          <p:nvPr/>
        </p:nvSpPr>
        <p:spPr>
          <a:xfrm>
            <a:off x="1037392" y="3852015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(6)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426F6B-D988-8209-27CD-B92C8A1377DE}"/>
              </a:ext>
            </a:extLst>
          </p:cNvPr>
          <p:cNvSpPr txBox="1"/>
          <p:nvPr/>
        </p:nvSpPr>
        <p:spPr>
          <a:xfrm>
            <a:off x="1037392" y="4145376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(7)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25BA75-A680-2BF0-86EB-323F0EFA7EBF}"/>
              </a:ext>
            </a:extLst>
          </p:cNvPr>
          <p:cNvSpPr txBox="1"/>
          <p:nvPr/>
        </p:nvSpPr>
        <p:spPr>
          <a:xfrm>
            <a:off x="1037392" y="4444273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(8)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439EF2-13AB-1F7D-B8C6-637AFCCB30CB}"/>
              </a:ext>
            </a:extLst>
          </p:cNvPr>
          <p:cNvSpPr txBox="1"/>
          <p:nvPr/>
        </p:nvSpPr>
        <p:spPr>
          <a:xfrm>
            <a:off x="1037392" y="5042279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(9)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E54C843-C467-A050-C367-8C81F8997F07}"/>
              </a:ext>
            </a:extLst>
          </p:cNvPr>
          <p:cNvCxnSpPr/>
          <p:nvPr/>
        </p:nvCxnSpPr>
        <p:spPr>
          <a:xfrm>
            <a:off x="2420007" y="2238955"/>
            <a:ext cx="0" cy="5663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8988999-9D36-705C-7439-578A5DB28665}"/>
              </a:ext>
            </a:extLst>
          </p:cNvPr>
          <p:cNvCxnSpPr/>
          <p:nvPr/>
        </p:nvCxnSpPr>
        <p:spPr>
          <a:xfrm>
            <a:off x="2414752" y="3180004"/>
            <a:ext cx="0" cy="5663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A1B7F26-9424-6FD5-1298-67D675DC646B}"/>
              </a:ext>
            </a:extLst>
          </p:cNvPr>
          <p:cNvSpPr/>
          <p:nvPr/>
        </p:nvSpPr>
        <p:spPr>
          <a:xfrm>
            <a:off x="587127" y="2516848"/>
            <a:ext cx="1533335" cy="2509184"/>
          </a:xfrm>
          <a:custGeom>
            <a:avLst/>
            <a:gdLst>
              <a:gd name="connsiteX0" fmla="*/ 1533335 w 1533335"/>
              <a:gd name="connsiteY0" fmla="*/ 2236455 h 2509184"/>
              <a:gd name="connsiteX1" fmla="*/ 1241673 w 1533335"/>
              <a:gd name="connsiteY1" fmla="*/ 2433524 h 2509184"/>
              <a:gd name="connsiteX2" fmla="*/ 382452 w 1533335"/>
              <a:gd name="connsiteY2" fmla="*/ 2441407 h 2509184"/>
              <a:gd name="connsiteX3" fmla="*/ 11963 w 1533335"/>
              <a:gd name="connsiteY3" fmla="*/ 1597952 h 2509184"/>
              <a:gd name="connsiteX4" fmla="*/ 177501 w 1533335"/>
              <a:gd name="connsiteY4" fmla="*/ 171173 h 2509184"/>
              <a:gd name="connsiteX5" fmla="*/ 1005190 w 1533335"/>
              <a:gd name="connsiteY5" fmla="*/ 37166 h 2509184"/>
              <a:gd name="connsiteX6" fmla="*/ 1320501 w 1533335"/>
              <a:gd name="connsiteY6" fmla="*/ 273649 h 2509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33335" h="2509184">
                <a:moveTo>
                  <a:pt x="1533335" y="2236455"/>
                </a:moveTo>
                <a:cubicBezTo>
                  <a:pt x="1483411" y="2317910"/>
                  <a:pt x="1433487" y="2399365"/>
                  <a:pt x="1241673" y="2433524"/>
                </a:cubicBezTo>
                <a:cubicBezTo>
                  <a:pt x="1049859" y="2467683"/>
                  <a:pt x="587404" y="2580669"/>
                  <a:pt x="382452" y="2441407"/>
                </a:cubicBezTo>
                <a:cubicBezTo>
                  <a:pt x="177500" y="2302145"/>
                  <a:pt x="46121" y="1976324"/>
                  <a:pt x="11963" y="1597952"/>
                </a:cubicBezTo>
                <a:cubicBezTo>
                  <a:pt x="-22195" y="1219580"/>
                  <a:pt x="11963" y="431304"/>
                  <a:pt x="177501" y="171173"/>
                </a:cubicBezTo>
                <a:cubicBezTo>
                  <a:pt x="343039" y="-88958"/>
                  <a:pt x="814690" y="20087"/>
                  <a:pt x="1005190" y="37166"/>
                </a:cubicBezTo>
                <a:cubicBezTo>
                  <a:pt x="1195690" y="54245"/>
                  <a:pt x="1258095" y="163947"/>
                  <a:pt x="1320501" y="273649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35A7EF3-0F82-592E-96C9-AB789325D214}"/>
              </a:ext>
            </a:extLst>
          </p:cNvPr>
          <p:cNvSpPr/>
          <p:nvPr/>
        </p:nvSpPr>
        <p:spPr>
          <a:xfrm>
            <a:off x="3949262" y="3184634"/>
            <a:ext cx="512384" cy="2120463"/>
          </a:xfrm>
          <a:custGeom>
            <a:avLst/>
            <a:gdLst>
              <a:gd name="connsiteX0" fmla="*/ 0 w 512384"/>
              <a:gd name="connsiteY0" fmla="*/ 0 h 2120463"/>
              <a:gd name="connsiteX1" fmla="*/ 512379 w 512384"/>
              <a:gd name="connsiteY1" fmla="*/ 1024759 h 2120463"/>
              <a:gd name="connsiteX2" fmla="*/ 7883 w 512384"/>
              <a:gd name="connsiteY2" fmla="*/ 2120463 h 2120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2384" h="2120463">
                <a:moveTo>
                  <a:pt x="0" y="0"/>
                </a:moveTo>
                <a:cubicBezTo>
                  <a:pt x="255532" y="335674"/>
                  <a:pt x="511065" y="671349"/>
                  <a:pt x="512379" y="1024759"/>
                </a:cubicBezTo>
                <a:cubicBezTo>
                  <a:pt x="513693" y="1378169"/>
                  <a:pt x="260788" y="1749316"/>
                  <a:pt x="7883" y="2120463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23FB5D-DB00-4344-8D21-1055C3CB06B2}"/>
              </a:ext>
            </a:extLst>
          </p:cNvPr>
          <p:cNvSpPr txBox="1"/>
          <p:nvPr/>
        </p:nvSpPr>
        <p:spPr>
          <a:xfrm>
            <a:off x="4624741" y="1883663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baseline="-250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0E5072-ED39-6D07-78C9-95C966FA733A}"/>
              </a:ext>
            </a:extLst>
          </p:cNvPr>
          <p:cNvSpPr txBox="1"/>
          <p:nvPr/>
        </p:nvSpPr>
        <p:spPr>
          <a:xfrm>
            <a:off x="4624741" y="2817930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i="1" baseline="-25000" dirty="0"/>
              <a:t>2</a:t>
            </a:r>
            <a:endParaRPr lang="sv-SE" baseline="-25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0E5EE8-8735-171C-9CA1-6636BE63776F}"/>
              </a:ext>
            </a:extLst>
          </p:cNvPr>
          <p:cNvSpPr txBox="1"/>
          <p:nvPr/>
        </p:nvSpPr>
        <p:spPr>
          <a:xfrm>
            <a:off x="4624741" y="3960710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baseline="-250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83D837-ECB7-68C5-EE6A-09899B0AF45A}"/>
              </a:ext>
            </a:extLst>
          </p:cNvPr>
          <p:cNvSpPr txBox="1"/>
          <p:nvPr/>
        </p:nvSpPr>
        <p:spPr>
          <a:xfrm>
            <a:off x="4624741" y="5278457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baseline="-250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2E068D4-26C7-F5E6-A533-F54CC27E1A20}"/>
              </a:ext>
            </a:extLst>
          </p:cNvPr>
          <p:cNvSpPr txBox="1"/>
          <p:nvPr/>
        </p:nvSpPr>
        <p:spPr>
          <a:xfrm>
            <a:off x="5807561" y="1869623"/>
            <a:ext cx="6296660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Consider</a:t>
            </a:r>
            <a:r>
              <a:rPr lang="sv-SE" dirty="0"/>
              <a:t> </a:t>
            </a:r>
            <a:r>
              <a:rPr lang="sv-SE" dirty="0" err="1"/>
              <a:t>point</a:t>
            </a:r>
            <a:r>
              <a:rPr lang="sv-SE" dirty="0"/>
              <a:t> (5) in </a:t>
            </a:r>
            <a:r>
              <a:rPr lang="sv-SE" dirty="0" err="1"/>
              <a:t>this</a:t>
            </a:r>
            <a:r>
              <a:rPr lang="sv-SE" dirty="0"/>
              <a:t> small program.</a:t>
            </a:r>
          </a:p>
          <a:p>
            <a:endParaRPr lang="sv-SE" dirty="0"/>
          </a:p>
          <a:p>
            <a:r>
              <a:rPr lang="sv-SE" dirty="0"/>
              <a:t>It is </a:t>
            </a:r>
            <a:r>
              <a:rPr lang="sv-SE" dirty="0" err="1"/>
              <a:t>clear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there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infinitely</a:t>
            </a:r>
            <a:r>
              <a:rPr lang="sv-SE" dirty="0"/>
              <a:t> </a:t>
            </a:r>
            <a:r>
              <a:rPr lang="sv-SE" dirty="0" err="1"/>
              <a:t>many</a:t>
            </a:r>
            <a:r>
              <a:rPr lang="sv-SE" dirty="0"/>
              <a:t> </a:t>
            </a:r>
            <a:r>
              <a:rPr lang="sv-SE" dirty="0" err="1"/>
              <a:t>execution</a:t>
            </a:r>
            <a:r>
              <a:rPr lang="sv-SE" dirty="0"/>
              <a:t> </a:t>
            </a:r>
            <a:r>
              <a:rPr lang="sv-SE" dirty="0" err="1"/>
              <a:t>paths</a:t>
            </a:r>
            <a:r>
              <a:rPr lang="sv-SE" dirty="0"/>
              <a:t> </a:t>
            </a:r>
            <a:r>
              <a:rPr lang="sv-SE" dirty="0" err="1"/>
              <a:t>that</a:t>
            </a:r>
            <a:endParaRPr lang="sv-SE" dirty="0"/>
          </a:p>
          <a:p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reach</a:t>
            </a:r>
            <a:r>
              <a:rPr lang="sv-SE" dirty="0"/>
              <a:t> </a:t>
            </a:r>
            <a:r>
              <a:rPr lang="sv-SE" dirty="0" err="1"/>
              <a:t>point</a:t>
            </a:r>
            <a:r>
              <a:rPr lang="sv-SE" dirty="0"/>
              <a:t> (5)</a:t>
            </a:r>
          </a:p>
          <a:p>
            <a:endParaRPr lang="sv-SE" dirty="0"/>
          </a:p>
          <a:p>
            <a:r>
              <a:rPr lang="sv-SE" dirty="0"/>
              <a:t>To </a:t>
            </a:r>
            <a:r>
              <a:rPr lang="sv-SE" dirty="0" err="1"/>
              <a:t>help</a:t>
            </a:r>
            <a:r>
              <a:rPr lang="sv-SE" dirty="0"/>
              <a:t> </a:t>
            </a:r>
            <a:r>
              <a:rPr lang="sv-SE" dirty="0" err="1"/>
              <a:t>programmers</a:t>
            </a:r>
            <a:r>
              <a:rPr lang="sv-SE" dirty="0"/>
              <a:t> </a:t>
            </a:r>
            <a:r>
              <a:rPr lang="sv-SE" dirty="0" err="1"/>
              <a:t>debug</a:t>
            </a:r>
            <a:r>
              <a:rPr lang="sv-SE" dirty="0"/>
              <a:t> </a:t>
            </a:r>
            <a:r>
              <a:rPr lang="sv-SE" dirty="0" err="1"/>
              <a:t>their</a:t>
            </a:r>
            <a:r>
              <a:rPr lang="sv-SE" dirty="0"/>
              <a:t> program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may</a:t>
            </a:r>
            <a:r>
              <a:rPr lang="sv-SE" dirty="0"/>
              <a:t> </a:t>
            </a:r>
            <a:r>
              <a:rPr lang="sv-SE" dirty="0" err="1"/>
              <a:t>want</a:t>
            </a:r>
            <a:r>
              <a:rPr lang="sv-SE" dirty="0"/>
              <a:t> to </a:t>
            </a:r>
          </a:p>
          <a:p>
            <a:r>
              <a:rPr lang="sv-SE" dirty="0" err="1"/>
              <a:t>determine</a:t>
            </a:r>
            <a:r>
              <a:rPr lang="sv-SE" dirty="0"/>
              <a:t> the set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possible</a:t>
            </a:r>
            <a:r>
              <a:rPr lang="sv-SE" dirty="0"/>
              <a:t> </a:t>
            </a:r>
            <a:r>
              <a:rPr lang="sv-SE" dirty="0" err="1"/>
              <a:t>values</a:t>
            </a:r>
            <a:r>
              <a:rPr lang="sv-SE" dirty="0"/>
              <a:t> for </a:t>
            </a:r>
            <a:r>
              <a:rPr lang="sv-SE" dirty="0" err="1"/>
              <a:t>variable</a:t>
            </a:r>
            <a:r>
              <a:rPr lang="sv-SE" dirty="0"/>
              <a:t> </a:t>
            </a:r>
            <a:r>
              <a:rPr lang="sv-SE" i="1" dirty="0"/>
              <a:t>a</a:t>
            </a:r>
            <a:r>
              <a:rPr lang="sv-SE" dirty="0"/>
              <a:t> at </a:t>
            </a:r>
            <a:r>
              <a:rPr lang="sv-SE" dirty="0" err="1"/>
              <a:t>point</a:t>
            </a:r>
            <a:r>
              <a:rPr lang="sv-SE" dirty="0"/>
              <a:t> (5).</a:t>
            </a:r>
          </a:p>
          <a:p>
            <a:endParaRPr lang="sv-SE" baseline="-25000" dirty="0"/>
          </a:p>
          <a:p>
            <a:r>
              <a:rPr lang="sv-SE" dirty="0"/>
              <a:t>It is </a:t>
            </a:r>
            <a:r>
              <a:rPr lang="sv-SE" dirty="0" err="1"/>
              <a:t>clear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i="1" dirty="0"/>
              <a:t>a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be </a:t>
            </a:r>
            <a:r>
              <a:rPr lang="sv-SE" dirty="0" err="1"/>
              <a:t>either</a:t>
            </a:r>
            <a:r>
              <a:rPr lang="sv-SE" dirty="0"/>
              <a:t> 1 or 243.</a:t>
            </a:r>
          </a:p>
          <a:p>
            <a:endParaRPr lang="sv-SE" dirty="0"/>
          </a:p>
          <a:p>
            <a:r>
              <a:rPr lang="sv-SE" dirty="0"/>
              <a:t>It is </a:t>
            </a:r>
            <a:r>
              <a:rPr lang="sv-SE" dirty="0" err="1"/>
              <a:t>also</a:t>
            </a:r>
            <a:r>
              <a:rPr lang="sv-SE" dirty="0"/>
              <a:t> </a:t>
            </a:r>
            <a:r>
              <a:rPr lang="sv-SE" dirty="0" err="1"/>
              <a:t>clear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constant</a:t>
            </a:r>
            <a:r>
              <a:rPr lang="sv-SE" dirty="0"/>
              <a:t> </a:t>
            </a:r>
            <a:r>
              <a:rPr lang="sv-SE" dirty="0" err="1"/>
              <a:t>folding</a:t>
            </a:r>
            <a:r>
              <a:rPr lang="sv-SE" dirty="0"/>
              <a:t> at </a:t>
            </a:r>
            <a:r>
              <a:rPr lang="sv-SE" dirty="0" err="1"/>
              <a:t>point</a:t>
            </a:r>
            <a:r>
              <a:rPr lang="sv-SE" dirty="0"/>
              <a:t> (5) is not </a:t>
            </a:r>
            <a:r>
              <a:rPr lang="sv-SE" dirty="0" err="1"/>
              <a:t>possible</a:t>
            </a:r>
            <a:r>
              <a:rPr lang="sv-SE" dirty="0"/>
              <a:t>,</a:t>
            </a:r>
          </a:p>
          <a:p>
            <a:r>
              <a:rPr lang="sv-SE" dirty="0" err="1"/>
              <a:t>since</a:t>
            </a:r>
            <a:r>
              <a:rPr lang="sv-SE" dirty="0"/>
              <a:t> </a:t>
            </a:r>
            <a:r>
              <a:rPr lang="sv-SE" i="1" dirty="0"/>
              <a:t>a</a:t>
            </a:r>
            <a:r>
              <a:rPr lang="sv-SE" dirty="0"/>
              <a:t> </a:t>
            </a:r>
            <a:r>
              <a:rPr lang="sv-SE" dirty="0" err="1"/>
              <a:t>cannot</a:t>
            </a:r>
            <a:r>
              <a:rPr lang="sv-SE" dirty="0"/>
              <a:t> be </a:t>
            </a:r>
            <a:r>
              <a:rPr lang="sv-SE" dirty="0" err="1"/>
              <a:t>replaced</a:t>
            </a:r>
            <a:r>
              <a:rPr lang="sv-SE" dirty="0"/>
              <a:t> by a </a:t>
            </a:r>
            <a:r>
              <a:rPr lang="sv-SE" dirty="0" err="1"/>
              <a:t>constant</a:t>
            </a:r>
            <a:r>
              <a:rPr lang="sv-SE" dirty="0"/>
              <a:t>.</a:t>
            </a:r>
          </a:p>
          <a:p>
            <a:endParaRPr lang="sv-SE" dirty="0"/>
          </a:p>
          <a:p>
            <a:r>
              <a:rPr lang="sv-SE" dirty="0"/>
              <a:t>The same information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thus</a:t>
            </a:r>
            <a:r>
              <a:rPr lang="sv-SE" dirty="0"/>
              <a:t> be </a:t>
            </a:r>
            <a:r>
              <a:rPr lang="sv-SE" dirty="0" err="1"/>
              <a:t>summarized</a:t>
            </a:r>
            <a:r>
              <a:rPr lang="sv-SE" dirty="0"/>
              <a:t> </a:t>
            </a:r>
            <a:r>
              <a:rPr lang="sv-SE" dirty="0" err="1"/>
              <a:t>differently</a:t>
            </a:r>
            <a:r>
              <a:rPr lang="sv-SE" dirty="0"/>
              <a:t> </a:t>
            </a:r>
          </a:p>
          <a:p>
            <a:r>
              <a:rPr lang="sv-SE" dirty="0" err="1"/>
              <a:t>depending</a:t>
            </a:r>
            <a:r>
              <a:rPr lang="sv-SE" dirty="0"/>
              <a:t> on the </a:t>
            </a:r>
            <a:r>
              <a:rPr lang="sv-SE" dirty="0" err="1"/>
              <a:t>purpose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the data-</a:t>
            </a:r>
            <a:r>
              <a:rPr lang="sv-SE" dirty="0" err="1"/>
              <a:t>flow</a:t>
            </a:r>
            <a:r>
              <a:rPr lang="sv-SE" dirty="0"/>
              <a:t> </a:t>
            </a:r>
            <a:r>
              <a:rPr lang="sv-SE" dirty="0" err="1"/>
              <a:t>analysis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9167428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30A15-1B65-5C32-E45C-E7EF9AAE5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Data-</a:t>
            </a:r>
            <a:r>
              <a:rPr lang="sv-SE" dirty="0" err="1"/>
              <a:t>flow</a:t>
            </a:r>
            <a:r>
              <a:rPr lang="sv-SE" dirty="0"/>
              <a:t> </a:t>
            </a:r>
            <a:r>
              <a:rPr lang="sv-SE" dirty="0" err="1"/>
              <a:t>analysis</a:t>
            </a:r>
            <a:r>
              <a:rPr lang="sv-SE" dirty="0"/>
              <a:t>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88272-D46E-89E4-EB94-D9784FE87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There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different </a:t>
            </a:r>
            <a:r>
              <a:rPr lang="sv-SE" dirty="0" err="1"/>
              <a:t>applications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data-</a:t>
            </a:r>
            <a:r>
              <a:rPr lang="sv-SE" dirty="0" err="1"/>
              <a:t>flow</a:t>
            </a:r>
            <a:r>
              <a:rPr lang="sv-SE" dirty="0"/>
              <a:t> </a:t>
            </a:r>
            <a:r>
              <a:rPr lang="sv-SE" dirty="0" err="1"/>
              <a:t>analysis</a:t>
            </a:r>
            <a:r>
              <a:rPr lang="sv-SE" dirty="0"/>
              <a:t>, </a:t>
            </a:r>
            <a:r>
              <a:rPr lang="sv-SE" dirty="0" err="1"/>
              <a:t>e.g</a:t>
            </a:r>
            <a:r>
              <a:rPr lang="sv-SE" dirty="0"/>
              <a:t>., </a:t>
            </a:r>
            <a:r>
              <a:rPr lang="sv-SE" dirty="0" err="1"/>
              <a:t>identify</a:t>
            </a:r>
            <a:r>
              <a:rPr lang="sv-SE" dirty="0"/>
              <a:t> </a:t>
            </a:r>
            <a:r>
              <a:rPr lang="sv-SE" dirty="0" err="1"/>
              <a:t>opportunities</a:t>
            </a:r>
            <a:r>
              <a:rPr lang="sv-SE" dirty="0"/>
              <a:t> for </a:t>
            </a:r>
            <a:r>
              <a:rPr lang="sv-SE" dirty="0" err="1"/>
              <a:t>constant</a:t>
            </a:r>
            <a:r>
              <a:rPr lang="sv-SE" dirty="0"/>
              <a:t> </a:t>
            </a:r>
            <a:r>
              <a:rPr lang="sv-SE" dirty="0" err="1"/>
              <a:t>folding</a:t>
            </a:r>
            <a:r>
              <a:rPr lang="sv-SE" dirty="0"/>
              <a:t> or </a:t>
            </a:r>
            <a:r>
              <a:rPr lang="sv-SE" dirty="0" err="1"/>
              <a:t>eliminating</a:t>
            </a:r>
            <a:r>
              <a:rPr lang="sv-SE" dirty="0"/>
              <a:t> common </a:t>
            </a:r>
            <a:r>
              <a:rPr lang="sv-SE" dirty="0" err="1"/>
              <a:t>subexpresions</a:t>
            </a:r>
            <a:endParaRPr lang="sv-SE" dirty="0"/>
          </a:p>
          <a:p>
            <a:r>
              <a:rPr lang="sv-SE" dirty="0"/>
              <a:t>In </a:t>
            </a:r>
            <a:r>
              <a:rPr lang="sv-SE" dirty="0" err="1"/>
              <a:t>each</a:t>
            </a:r>
            <a:r>
              <a:rPr lang="sv-SE" dirty="0"/>
              <a:t> </a:t>
            </a:r>
            <a:r>
              <a:rPr lang="sv-SE" dirty="0" err="1"/>
              <a:t>application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data-</a:t>
            </a:r>
            <a:r>
              <a:rPr lang="sv-SE" dirty="0" err="1"/>
              <a:t>flow</a:t>
            </a:r>
            <a:r>
              <a:rPr lang="sv-SE" dirty="0"/>
              <a:t> </a:t>
            </a:r>
            <a:r>
              <a:rPr lang="sv-SE" dirty="0" err="1"/>
              <a:t>analysis</a:t>
            </a:r>
            <a:r>
              <a:rPr lang="sv-SE" dirty="0"/>
              <a:t>,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associate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every</a:t>
            </a:r>
            <a:r>
              <a:rPr lang="sv-SE" dirty="0"/>
              <a:t> program </a:t>
            </a:r>
            <a:r>
              <a:rPr lang="sv-SE" dirty="0" err="1"/>
              <a:t>point</a:t>
            </a:r>
            <a:r>
              <a:rPr lang="sv-SE" dirty="0"/>
              <a:t> a </a:t>
            </a:r>
            <a:r>
              <a:rPr lang="sv-SE" i="1" dirty="0"/>
              <a:t>data-</a:t>
            </a:r>
            <a:r>
              <a:rPr lang="sv-SE" i="1" dirty="0" err="1"/>
              <a:t>flow</a:t>
            </a:r>
            <a:r>
              <a:rPr lang="sv-SE" i="1" dirty="0"/>
              <a:t> </a:t>
            </a:r>
            <a:r>
              <a:rPr lang="sv-SE" i="1" dirty="0" err="1"/>
              <a:t>value</a:t>
            </a:r>
            <a:r>
              <a:rPr lang="sv-SE" i="1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represents</a:t>
            </a:r>
            <a:r>
              <a:rPr lang="sv-SE" dirty="0"/>
              <a:t> an </a:t>
            </a:r>
            <a:r>
              <a:rPr lang="sv-SE" dirty="0" err="1"/>
              <a:t>abstraction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the set </a:t>
            </a:r>
            <a:r>
              <a:rPr lang="sv-SE" dirty="0" err="1"/>
              <a:t>of</a:t>
            </a:r>
            <a:r>
              <a:rPr lang="sv-SE" dirty="0"/>
              <a:t> all </a:t>
            </a:r>
            <a:r>
              <a:rPr lang="sv-SE" dirty="0" err="1"/>
              <a:t>possible</a:t>
            </a:r>
            <a:r>
              <a:rPr lang="sv-SE" dirty="0"/>
              <a:t> program </a:t>
            </a:r>
            <a:r>
              <a:rPr lang="sv-SE" dirty="0" err="1"/>
              <a:t>states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be </a:t>
            </a:r>
            <a:r>
              <a:rPr lang="sv-SE" dirty="0" err="1"/>
              <a:t>observed</a:t>
            </a:r>
            <a:r>
              <a:rPr lang="sv-SE" dirty="0"/>
              <a:t> for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point</a:t>
            </a:r>
            <a:r>
              <a:rPr lang="sv-SE" dirty="0"/>
              <a:t>, </a:t>
            </a:r>
            <a:r>
              <a:rPr lang="sv-SE" dirty="0" err="1"/>
              <a:t>e.g</a:t>
            </a:r>
            <a:r>
              <a:rPr lang="sv-SE" dirty="0"/>
              <a:t>., </a:t>
            </a:r>
            <a:r>
              <a:rPr lang="sv-SE" dirty="0" err="1"/>
              <a:t>constant</a:t>
            </a:r>
            <a:r>
              <a:rPr lang="sv-SE" dirty="0"/>
              <a:t>/not </a:t>
            </a:r>
            <a:r>
              <a:rPr lang="sv-SE" dirty="0" err="1"/>
              <a:t>constant</a:t>
            </a:r>
            <a:r>
              <a:rPr lang="sv-SE" dirty="0"/>
              <a:t> for all (or </a:t>
            </a:r>
            <a:r>
              <a:rPr lang="sv-SE" dirty="0" err="1"/>
              <a:t>some</a:t>
            </a:r>
            <a:r>
              <a:rPr lang="sv-SE" dirty="0"/>
              <a:t>) </a:t>
            </a:r>
            <a:r>
              <a:rPr lang="sv-SE" dirty="0" err="1"/>
              <a:t>variables</a:t>
            </a:r>
            <a:endParaRPr lang="sv-SE" dirty="0"/>
          </a:p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denote</a:t>
            </a:r>
            <a:r>
              <a:rPr lang="sv-SE" dirty="0"/>
              <a:t> the data-</a:t>
            </a:r>
            <a:r>
              <a:rPr lang="sv-SE" dirty="0" err="1"/>
              <a:t>flow</a:t>
            </a:r>
            <a:r>
              <a:rPr lang="sv-SE" dirty="0"/>
              <a:t> </a:t>
            </a:r>
            <a:r>
              <a:rPr lang="sv-SE" dirty="0" err="1"/>
              <a:t>values</a:t>
            </a:r>
            <a:r>
              <a:rPr lang="sv-SE" dirty="0"/>
              <a:t> </a:t>
            </a:r>
            <a:r>
              <a:rPr lang="sv-SE" dirty="0" err="1"/>
              <a:t>before</a:t>
            </a:r>
            <a:r>
              <a:rPr lang="sv-SE" dirty="0"/>
              <a:t> and </a:t>
            </a:r>
            <a:r>
              <a:rPr lang="sv-SE" dirty="0" err="1"/>
              <a:t>after</a:t>
            </a:r>
            <a:r>
              <a:rPr lang="sv-SE" dirty="0"/>
              <a:t> a </a:t>
            </a:r>
            <a:r>
              <a:rPr lang="sv-SE" dirty="0" err="1"/>
              <a:t>statement</a:t>
            </a:r>
            <a:r>
              <a:rPr lang="sv-SE" dirty="0"/>
              <a:t> </a:t>
            </a:r>
            <a:r>
              <a:rPr lang="sv-SE" i="1" dirty="0"/>
              <a:t>s</a:t>
            </a:r>
            <a:r>
              <a:rPr lang="sv-SE" dirty="0"/>
              <a:t> by IN[</a:t>
            </a:r>
            <a:r>
              <a:rPr lang="sv-SE" i="1" dirty="0"/>
              <a:t>s</a:t>
            </a:r>
            <a:r>
              <a:rPr lang="sv-SE" dirty="0"/>
              <a:t>] and OUT[</a:t>
            </a:r>
            <a:r>
              <a:rPr lang="sv-SE" i="1" dirty="0"/>
              <a:t>s</a:t>
            </a:r>
            <a:r>
              <a:rPr lang="sv-SE" dirty="0"/>
              <a:t>], </a:t>
            </a:r>
            <a:r>
              <a:rPr lang="sv-SE" dirty="0" err="1"/>
              <a:t>respectively</a:t>
            </a:r>
            <a:r>
              <a:rPr lang="sv-S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00518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2A6E7-02EF-F353-F5ED-CDE82F71C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FF170-DFE6-702A-13F5-DB4CAFC5A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Transfer </a:t>
            </a:r>
            <a:r>
              <a:rPr lang="sv-SE" dirty="0" err="1"/>
              <a:t>functions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B28F8-8082-0165-77BD-01384EDBC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sv-SE" dirty="0"/>
              <a:t>The data-</a:t>
            </a:r>
            <a:r>
              <a:rPr lang="sv-SE" dirty="0" err="1"/>
              <a:t>flow</a:t>
            </a:r>
            <a:r>
              <a:rPr lang="sv-SE" dirty="0"/>
              <a:t> </a:t>
            </a:r>
            <a:r>
              <a:rPr lang="sv-SE" dirty="0" err="1"/>
              <a:t>values</a:t>
            </a:r>
            <a:r>
              <a:rPr lang="sv-SE" dirty="0"/>
              <a:t> </a:t>
            </a:r>
            <a:r>
              <a:rPr lang="sv-SE" dirty="0" err="1"/>
              <a:t>before</a:t>
            </a:r>
            <a:r>
              <a:rPr lang="sv-SE" dirty="0"/>
              <a:t> and </a:t>
            </a:r>
            <a:r>
              <a:rPr lang="sv-SE" dirty="0" err="1"/>
              <a:t>after</a:t>
            </a:r>
            <a:r>
              <a:rPr lang="sv-SE" dirty="0"/>
              <a:t> a </a:t>
            </a:r>
            <a:r>
              <a:rPr lang="sv-SE" dirty="0" err="1"/>
              <a:t>statement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constrained</a:t>
            </a:r>
            <a:r>
              <a:rPr lang="sv-SE" dirty="0"/>
              <a:t> by the </a:t>
            </a:r>
            <a:r>
              <a:rPr lang="sv-SE" dirty="0" err="1"/>
              <a:t>semantics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the </a:t>
            </a:r>
            <a:r>
              <a:rPr lang="sv-SE" dirty="0" err="1"/>
              <a:t>statement</a:t>
            </a:r>
            <a:r>
              <a:rPr lang="sv-SE" dirty="0"/>
              <a:t>.</a:t>
            </a:r>
          </a:p>
          <a:p>
            <a:r>
              <a:rPr lang="sv-SE" dirty="0"/>
              <a:t>For </a:t>
            </a:r>
            <a:r>
              <a:rPr lang="sv-SE" dirty="0" err="1"/>
              <a:t>instance</a:t>
            </a:r>
            <a:r>
              <a:rPr lang="sv-SE" dirty="0"/>
              <a:t>, </a:t>
            </a:r>
            <a:r>
              <a:rPr lang="sv-SE" dirty="0" err="1"/>
              <a:t>if</a:t>
            </a:r>
            <a:r>
              <a:rPr lang="sv-SE" dirty="0"/>
              <a:t> the </a:t>
            </a:r>
            <a:r>
              <a:rPr lang="sv-SE" dirty="0" err="1"/>
              <a:t>variable</a:t>
            </a:r>
            <a:r>
              <a:rPr lang="sv-SE" dirty="0"/>
              <a:t> </a:t>
            </a:r>
            <a:r>
              <a:rPr lang="sv-SE" i="1" dirty="0"/>
              <a:t>a</a:t>
            </a:r>
            <a:r>
              <a:rPr lang="sv-SE" dirty="0"/>
              <a:t> has the </a:t>
            </a:r>
            <a:r>
              <a:rPr lang="sv-SE" dirty="0" err="1"/>
              <a:t>value</a:t>
            </a:r>
            <a:r>
              <a:rPr lang="sv-SE" dirty="0"/>
              <a:t> </a:t>
            </a:r>
            <a:r>
              <a:rPr lang="sv-SE" i="1" dirty="0"/>
              <a:t>v</a:t>
            </a:r>
            <a:r>
              <a:rPr lang="sv-SE" dirty="0"/>
              <a:t> </a:t>
            </a:r>
            <a:r>
              <a:rPr lang="sv-SE" dirty="0" err="1"/>
              <a:t>before</a:t>
            </a:r>
            <a:r>
              <a:rPr lang="sv-SE" dirty="0"/>
              <a:t> </a:t>
            </a:r>
            <a:r>
              <a:rPr lang="sv-SE" dirty="0" err="1"/>
              <a:t>executing</a:t>
            </a:r>
            <a:r>
              <a:rPr lang="sv-SE" dirty="0"/>
              <a:t> the </a:t>
            </a:r>
            <a:r>
              <a:rPr lang="sv-SE" dirty="0" err="1"/>
              <a:t>statement</a:t>
            </a:r>
            <a:r>
              <a:rPr lang="sv-SE" dirty="0"/>
              <a:t> </a:t>
            </a:r>
            <a:r>
              <a:rPr lang="sv-SE" i="1" dirty="0"/>
              <a:t>b</a:t>
            </a:r>
            <a:r>
              <a:rPr lang="sv-SE" dirty="0"/>
              <a:t> = </a:t>
            </a:r>
            <a:r>
              <a:rPr lang="sv-SE" i="1" dirty="0"/>
              <a:t>a</a:t>
            </a:r>
            <a:r>
              <a:rPr lang="sv-SE" dirty="0"/>
              <a:t>, </a:t>
            </a:r>
            <a:r>
              <a:rPr lang="sv-SE" dirty="0" err="1"/>
              <a:t>then</a:t>
            </a:r>
            <a:r>
              <a:rPr lang="sv-SE" dirty="0"/>
              <a:t> </a:t>
            </a:r>
            <a:r>
              <a:rPr lang="sv-SE" dirty="0" err="1"/>
              <a:t>both</a:t>
            </a:r>
            <a:r>
              <a:rPr lang="sv-SE" dirty="0"/>
              <a:t> </a:t>
            </a:r>
            <a:r>
              <a:rPr lang="sv-SE" i="1" dirty="0"/>
              <a:t>a</a:t>
            </a:r>
            <a:r>
              <a:rPr lang="sv-SE" dirty="0"/>
              <a:t> and </a:t>
            </a:r>
            <a:r>
              <a:rPr lang="sv-SE" i="1" dirty="0"/>
              <a:t>b</a:t>
            </a:r>
            <a:r>
              <a:rPr lang="sv-SE" dirty="0"/>
              <a:t> </a:t>
            </a:r>
            <a:r>
              <a:rPr lang="sv-SE" dirty="0" err="1"/>
              <a:t>will</a:t>
            </a:r>
            <a:r>
              <a:rPr lang="sv-SE" dirty="0"/>
              <a:t> </a:t>
            </a:r>
            <a:r>
              <a:rPr lang="sv-SE" dirty="0" err="1"/>
              <a:t>have</a:t>
            </a:r>
            <a:r>
              <a:rPr lang="sv-SE" dirty="0"/>
              <a:t> the </a:t>
            </a:r>
            <a:r>
              <a:rPr lang="sv-SE" dirty="0" err="1"/>
              <a:t>value</a:t>
            </a:r>
            <a:r>
              <a:rPr lang="sv-SE" dirty="0"/>
              <a:t> </a:t>
            </a:r>
            <a:r>
              <a:rPr lang="sv-SE" i="1" dirty="0"/>
              <a:t>v</a:t>
            </a:r>
            <a:r>
              <a:rPr lang="sv-SE" dirty="0"/>
              <a:t> </a:t>
            </a:r>
            <a:r>
              <a:rPr lang="sv-SE" dirty="0" err="1"/>
              <a:t>after</a:t>
            </a:r>
            <a:r>
              <a:rPr lang="sv-SE" dirty="0"/>
              <a:t> the </a:t>
            </a:r>
            <a:r>
              <a:rPr lang="sv-SE" dirty="0" err="1"/>
              <a:t>statement</a:t>
            </a:r>
            <a:r>
              <a:rPr lang="sv-SE" dirty="0"/>
              <a:t>.</a:t>
            </a:r>
          </a:p>
          <a:p>
            <a:r>
              <a:rPr lang="sv-SE" dirty="0"/>
              <a:t>The relationship </a:t>
            </a:r>
            <a:r>
              <a:rPr lang="sv-SE" dirty="0" err="1"/>
              <a:t>between</a:t>
            </a:r>
            <a:r>
              <a:rPr lang="sv-SE" dirty="0"/>
              <a:t> the data-</a:t>
            </a:r>
            <a:r>
              <a:rPr lang="sv-SE" dirty="0" err="1"/>
              <a:t>flow</a:t>
            </a:r>
            <a:r>
              <a:rPr lang="sv-SE" dirty="0"/>
              <a:t> </a:t>
            </a:r>
            <a:r>
              <a:rPr lang="sv-SE" dirty="0" err="1"/>
              <a:t>values</a:t>
            </a:r>
            <a:r>
              <a:rPr lang="sv-SE" dirty="0"/>
              <a:t> </a:t>
            </a:r>
            <a:r>
              <a:rPr lang="sv-SE" dirty="0" err="1"/>
              <a:t>before</a:t>
            </a:r>
            <a:r>
              <a:rPr lang="sv-SE" dirty="0"/>
              <a:t> and </a:t>
            </a:r>
            <a:r>
              <a:rPr lang="sv-SE" dirty="0" err="1"/>
              <a:t>after</a:t>
            </a:r>
            <a:r>
              <a:rPr lang="sv-SE" dirty="0"/>
              <a:t> </a:t>
            </a:r>
            <a:r>
              <a:rPr lang="sv-SE" dirty="0" err="1"/>
              <a:t>this</a:t>
            </a:r>
            <a:r>
              <a:rPr lang="sv-SE" dirty="0"/>
              <a:t> </a:t>
            </a:r>
            <a:r>
              <a:rPr lang="sv-SE" dirty="0" err="1"/>
              <a:t>assignment</a:t>
            </a:r>
            <a:r>
              <a:rPr lang="sv-SE" dirty="0"/>
              <a:t> </a:t>
            </a:r>
            <a:r>
              <a:rPr lang="sv-SE" dirty="0" err="1"/>
              <a:t>statement</a:t>
            </a:r>
            <a:r>
              <a:rPr lang="sv-SE" dirty="0"/>
              <a:t> is an </a:t>
            </a:r>
            <a:r>
              <a:rPr lang="sv-SE" dirty="0" err="1"/>
              <a:t>example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a transfer </a:t>
            </a:r>
            <a:r>
              <a:rPr lang="sv-SE" dirty="0" err="1"/>
              <a:t>function</a:t>
            </a:r>
            <a:endParaRPr lang="sv-SE" dirty="0"/>
          </a:p>
          <a:p>
            <a:r>
              <a:rPr lang="sv-SE" dirty="0" err="1"/>
              <a:t>Let</a:t>
            </a:r>
            <a:r>
              <a:rPr lang="sv-SE" dirty="0"/>
              <a:t> </a:t>
            </a:r>
            <a:r>
              <a:rPr lang="sv-SE" i="1" dirty="0" err="1"/>
              <a:t>f</a:t>
            </a:r>
            <a:r>
              <a:rPr lang="sv-SE" i="1" baseline="-25000" dirty="0" err="1"/>
              <a:t>s</a:t>
            </a:r>
            <a:r>
              <a:rPr lang="sv-SE" dirty="0"/>
              <a:t> be the transfer </a:t>
            </a:r>
            <a:r>
              <a:rPr lang="sv-SE" dirty="0" err="1"/>
              <a:t>function</a:t>
            </a:r>
            <a:r>
              <a:rPr lang="sv-SE" dirty="0"/>
              <a:t> for </a:t>
            </a:r>
            <a:r>
              <a:rPr lang="sv-SE" dirty="0" err="1"/>
              <a:t>statement</a:t>
            </a:r>
            <a:r>
              <a:rPr lang="sv-SE" dirty="0"/>
              <a:t> </a:t>
            </a:r>
            <a:r>
              <a:rPr lang="sv-SE" i="1" dirty="0"/>
              <a:t>s</a:t>
            </a:r>
            <a:r>
              <a:rPr lang="sv-SE" dirty="0"/>
              <a:t>. In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case</a:t>
            </a:r>
            <a:r>
              <a:rPr lang="sv-SE" dirty="0"/>
              <a:t> </a:t>
            </a:r>
            <a:br>
              <a:rPr lang="sv-SE" dirty="0"/>
            </a:br>
            <a:r>
              <a:rPr lang="sv-SE" dirty="0"/>
              <a:t>OUT[</a:t>
            </a:r>
            <a:r>
              <a:rPr lang="sv-SE" i="1" dirty="0"/>
              <a:t>s</a:t>
            </a:r>
            <a:r>
              <a:rPr lang="sv-SE" dirty="0"/>
              <a:t>] = </a:t>
            </a:r>
            <a:r>
              <a:rPr lang="sv-SE" i="1" dirty="0" err="1"/>
              <a:t>f</a:t>
            </a:r>
            <a:r>
              <a:rPr lang="sv-SE" i="1" baseline="-25000" dirty="0" err="1"/>
              <a:t>s</a:t>
            </a:r>
            <a:r>
              <a:rPr lang="sv-SE" dirty="0"/>
              <a:t>(IN[</a:t>
            </a:r>
            <a:r>
              <a:rPr lang="sv-SE" i="1" dirty="0"/>
              <a:t>s</a:t>
            </a:r>
            <a:r>
              <a:rPr lang="sv-SE" dirty="0"/>
              <a:t>])</a:t>
            </a:r>
          </a:p>
          <a:p>
            <a:r>
              <a:rPr lang="sv-SE" dirty="0"/>
              <a:t>Transfer </a:t>
            </a:r>
            <a:r>
              <a:rPr lang="sv-SE" dirty="0" err="1"/>
              <a:t>functions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be </a:t>
            </a:r>
            <a:r>
              <a:rPr lang="sv-SE" dirty="0" err="1"/>
              <a:t>used</a:t>
            </a:r>
            <a:r>
              <a:rPr lang="sv-SE" dirty="0"/>
              <a:t> for forward- or </a:t>
            </a:r>
            <a:r>
              <a:rPr lang="sv-SE" dirty="0" err="1"/>
              <a:t>backward-flow</a:t>
            </a:r>
            <a:r>
              <a:rPr lang="sv-SE" dirty="0"/>
              <a:t> problems</a:t>
            </a:r>
          </a:p>
        </p:txBody>
      </p:sp>
    </p:spTree>
    <p:extLst>
      <p:ext uri="{BB962C8B-B14F-4D97-AF65-F5344CB8AC3E}">
        <p14:creationId xmlns:p14="http://schemas.microsoft.com/office/powerpoint/2010/main" val="5030522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5B1DC-5068-C026-459F-2E2841F6A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F0A98-1966-4444-EDD1-646A3B239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Control-</a:t>
            </a:r>
            <a:r>
              <a:rPr lang="sv-SE" dirty="0" err="1"/>
              <a:t>flow</a:t>
            </a:r>
            <a:r>
              <a:rPr lang="sv-SE" dirty="0"/>
              <a:t> </a:t>
            </a:r>
            <a:r>
              <a:rPr lang="sv-SE" dirty="0" err="1"/>
              <a:t>constraints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5078B-FE78-C782-2839-A27D72786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To save </a:t>
            </a:r>
            <a:r>
              <a:rPr lang="sv-SE" dirty="0" err="1"/>
              <a:t>time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do not </a:t>
            </a:r>
            <a:r>
              <a:rPr lang="sv-SE" dirty="0" err="1"/>
              <a:t>need</a:t>
            </a:r>
            <a:r>
              <a:rPr lang="sv-SE" dirty="0"/>
              <a:t> to </a:t>
            </a:r>
            <a:r>
              <a:rPr lang="sv-SE" dirty="0" err="1"/>
              <a:t>consider</a:t>
            </a:r>
            <a:r>
              <a:rPr lang="sv-SE" dirty="0"/>
              <a:t> data-</a:t>
            </a:r>
            <a:r>
              <a:rPr lang="sv-SE" dirty="0" err="1"/>
              <a:t>flow</a:t>
            </a:r>
            <a:r>
              <a:rPr lang="sv-SE" dirty="0"/>
              <a:t> </a:t>
            </a:r>
            <a:r>
              <a:rPr lang="sv-SE" dirty="0" err="1"/>
              <a:t>values</a:t>
            </a:r>
            <a:r>
              <a:rPr lang="sv-SE" dirty="0"/>
              <a:t> </a:t>
            </a:r>
            <a:r>
              <a:rPr lang="sv-SE" dirty="0" err="1"/>
              <a:t>between</a:t>
            </a:r>
            <a:r>
              <a:rPr lang="sv-SE" dirty="0"/>
              <a:t> </a:t>
            </a:r>
            <a:r>
              <a:rPr lang="sv-SE" dirty="0" err="1"/>
              <a:t>every</a:t>
            </a:r>
            <a:r>
              <a:rPr lang="sv-SE" dirty="0"/>
              <a:t> </a:t>
            </a:r>
            <a:r>
              <a:rPr lang="sv-SE" dirty="0" err="1"/>
              <a:t>statement</a:t>
            </a:r>
            <a:r>
              <a:rPr lang="sv-SE" dirty="0"/>
              <a:t>. It is </a:t>
            </a:r>
            <a:r>
              <a:rPr lang="sv-SE" dirty="0" err="1"/>
              <a:t>enough</a:t>
            </a:r>
            <a:r>
              <a:rPr lang="sv-SE" dirty="0"/>
              <a:t> to </a:t>
            </a:r>
            <a:r>
              <a:rPr lang="sv-SE" dirty="0" err="1"/>
              <a:t>consider</a:t>
            </a:r>
            <a:r>
              <a:rPr lang="sv-SE" dirty="0"/>
              <a:t> the data-</a:t>
            </a:r>
            <a:r>
              <a:rPr lang="sv-SE" dirty="0" err="1"/>
              <a:t>flow</a:t>
            </a:r>
            <a:r>
              <a:rPr lang="sv-SE" dirty="0"/>
              <a:t> </a:t>
            </a:r>
            <a:r>
              <a:rPr lang="sv-SE" dirty="0" err="1"/>
              <a:t>values</a:t>
            </a:r>
            <a:r>
              <a:rPr lang="sv-SE" dirty="0"/>
              <a:t> </a:t>
            </a:r>
            <a:r>
              <a:rPr lang="sv-SE" dirty="0" err="1"/>
              <a:t>before</a:t>
            </a:r>
            <a:r>
              <a:rPr lang="sv-SE" dirty="0"/>
              <a:t> and </a:t>
            </a:r>
            <a:r>
              <a:rPr lang="sv-SE" dirty="0" err="1"/>
              <a:t>after</a:t>
            </a:r>
            <a:r>
              <a:rPr lang="sv-SE" dirty="0"/>
              <a:t> </a:t>
            </a:r>
            <a:r>
              <a:rPr lang="sv-SE" dirty="0" err="1"/>
              <a:t>each</a:t>
            </a:r>
            <a:r>
              <a:rPr lang="sv-SE" dirty="0"/>
              <a:t> block.</a:t>
            </a:r>
          </a:p>
          <a:p>
            <a:r>
              <a:rPr lang="sv-SE" dirty="0"/>
              <a:t>If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assume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block </a:t>
            </a:r>
            <a:r>
              <a:rPr lang="sv-SE" i="1" dirty="0"/>
              <a:t>B</a:t>
            </a:r>
            <a:r>
              <a:rPr lang="sv-SE" dirty="0"/>
              <a:t> </a:t>
            </a:r>
            <a:r>
              <a:rPr lang="sv-SE" dirty="0" err="1"/>
              <a:t>consists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statements</a:t>
            </a:r>
            <a:r>
              <a:rPr lang="sv-SE" dirty="0"/>
              <a:t> </a:t>
            </a:r>
            <a:r>
              <a:rPr lang="sv-SE" i="1" dirty="0"/>
              <a:t>s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s</a:t>
            </a:r>
            <a:r>
              <a:rPr lang="sv-SE" baseline="-25000" dirty="0"/>
              <a:t>2</a:t>
            </a:r>
            <a:r>
              <a:rPr lang="sv-SE" dirty="0"/>
              <a:t>, …, </a:t>
            </a:r>
            <a:r>
              <a:rPr lang="sv-SE" i="1" dirty="0" err="1"/>
              <a:t>s</a:t>
            </a:r>
            <a:r>
              <a:rPr lang="sv-SE" i="1" baseline="-25000" dirty="0" err="1"/>
              <a:t>n</a:t>
            </a:r>
            <a:r>
              <a:rPr lang="sv-SE" dirty="0"/>
              <a:t>, and </a:t>
            </a:r>
            <a:r>
              <a:rPr lang="sv-SE" i="1" dirty="0"/>
              <a:t>f</a:t>
            </a:r>
            <a:r>
              <a:rPr lang="sv-SE" i="1" baseline="-25000" dirty="0"/>
              <a:t>i</a:t>
            </a:r>
            <a:r>
              <a:rPr lang="sv-SE" dirty="0"/>
              <a:t> is the transfer </a:t>
            </a:r>
            <a:r>
              <a:rPr lang="sv-SE" dirty="0" err="1"/>
              <a:t>function</a:t>
            </a:r>
            <a:r>
              <a:rPr lang="sv-SE" dirty="0"/>
              <a:t> for </a:t>
            </a:r>
            <a:r>
              <a:rPr lang="sv-SE" dirty="0" err="1"/>
              <a:t>statement</a:t>
            </a:r>
            <a:r>
              <a:rPr lang="sv-SE" dirty="0"/>
              <a:t> </a:t>
            </a:r>
            <a:r>
              <a:rPr lang="sv-SE" i="1" dirty="0"/>
              <a:t>s</a:t>
            </a:r>
            <a:r>
              <a:rPr lang="sv-SE" i="1" baseline="-25000" dirty="0"/>
              <a:t>i</a:t>
            </a:r>
            <a:r>
              <a:rPr lang="sv-SE" dirty="0"/>
              <a:t>, </a:t>
            </a:r>
            <a:r>
              <a:rPr lang="sv-SE" dirty="0" err="1"/>
              <a:t>then</a:t>
            </a:r>
            <a:r>
              <a:rPr lang="sv-SE" dirty="0"/>
              <a:t> </a:t>
            </a:r>
            <a:br>
              <a:rPr lang="sv-SE" dirty="0"/>
            </a:br>
            <a:r>
              <a:rPr lang="sv-SE" dirty="0"/>
              <a:t>OUT[</a:t>
            </a:r>
            <a:r>
              <a:rPr lang="sv-SE" i="1" dirty="0"/>
              <a:t>B</a:t>
            </a:r>
            <a:r>
              <a:rPr lang="sv-SE" dirty="0"/>
              <a:t>] = </a:t>
            </a:r>
            <a:r>
              <a:rPr lang="sv-SE" i="1" dirty="0" err="1"/>
              <a:t>f</a:t>
            </a:r>
            <a:r>
              <a:rPr lang="sv-SE" i="1" baseline="-25000" dirty="0" err="1"/>
              <a:t>n</a:t>
            </a:r>
            <a:r>
              <a:rPr lang="sv-SE" dirty="0"/>
              <a:t>(</a:t>
            </a:r>
            <a:r>
              <a:rPr lang="sv-SE" i="1" dirty="0"/>
              <a:t>f</a:t>
            </a:r>
            <a:r>
              <a:rPr lang="sv-SE" i="1" baseline="-25000" dirty="0"/>
              <a:t>n</a:t>
            </a:r>
            <a:r>
              <a:rPr lang="sv-SE" baseline="-25000" dirty="0"/>
              <a:t>-1</a:t>
            </a:r>
            <a:r>
              <a:rPr lang="sv-SE" dirty="0"/>
              <a:t>(…</a:t>
            </a:r>
            <a:r>
              <a:rPr lang="sv-SE" i="1" dirty="0"/>
              <a:t> f</a:t>
            </a:r>
            <a:r>
              <a:rPr lang="sv-SE" baseline="-25000" dirty="0"/>
              <a:t>1</a:t>
            </a:r>
            <a:r>
              <a:rPr lang="sv-SE" dirty="0"/>
              <a:t>(IN[</a:t>
            </a:r>
            <a:r>
              <a:rPr lang="sv-SE" i="1" dirty="0"/>
              <a:t>s</a:t>
            </a:r>
            <a:r>
              <a:rPr lang="sv-SE" baseline="-25000" dirty="0"/>
              <a:t>1</a:t>
            </a:r>
            <a:r>
              <a:rPr lang="sv-SE" dirty="0"/>
              <a:t>])…)) = </a:t>
            </a:r>
            <a:r>
              <a:rPr lang="sv-SE" i="1" dirty="0" err="1"/>
              <a:t>f</a:t>
            </a:r>
            <a:r>
              <a:rPr lang="sv-SE" i="1" baseline="-25000" dirty="0" err="1"/>
              <a:t>B</a:t>
            </a:r>
            <a:r>
              <a:rPr lang="sv-SE" dirty="0"/>
              <a:t>(IN[</a:t>
            </a:r>
            <a:r>
              <a:rPr lang="sv-SE" i="1" dirty="0"/>
              <a:t>s</a:t>
            </a:r>
            <a:r>
              <a:rPr lang="sv-SE" baseline="-25000" dirty="0"/>
              <a:t>1</a:t>
            </a:r>
            <a:r>
              <a:rPr lang="sv-SE" dirty="0"/>
              <a:t>]) = </a:t>
            </a:r>
            <a:r>
              <a:rPr lang="sv-SE" i="1" dirty="0" err="1"/>
              <a:t>f</a:t>
            </a:r>
            <a:r>
              <a:rPr lang="sv-SE" i="1" baseline="-25000" dirty="0" err="1"/>
              <a:t>B</a:t>
            </a:r>
            <a:r>
              <a:rPr lang="sv-SE" dirty="0"/>
              <a:t>(IN[</a:t>
            </a:r>
            <a:r>
              <a:rPr lang="sv-SE" i="1" dirty="0"/>
              <a:t>B</a:t>
            </a:r>
            <a:r>
              <a:rPr lang="sv-SE" dirty="0"/>
              <a:t>])</a:t>
            </a:r>
          </a:p>
          <a:p>
            <a:r>
              <a:rPr lang="sv-SE" dirty="0"/>
              <a:t>For forward-</a:t>
            </a:r>
            <a:r>
              <a:rPr lang="sv-SE" dirty="0" err="1"/>
              <a:t>flow</a:t>
            </a:r>
            <a:r>
              <a:rPr lang="sv-SE" dirty="0"/>
              <a:t> </a:t>
            </a:r>
            <a:r>
              <a:rPr lang="sv-SE" dirty="0" err="1"/>
              <a:t>analysis</a:t>
            </a:r>
            <a:r>
              <a:rPr lang="sv-SE" dirty="0"/>
              <a:t> IN[</a:t>
            </a:r>
            <a:r>
              <a:rPr lang="sv-SE" i="1" dirty="0"/>
              <a:t>B</a:t>
            </a:r>
            <a:r>
              <a:rPr lang="sv-SE" dirty="0"/>
              <a:t>] = ∪ </a:t>
            </a:r>
            <a:r>
              <a:rPr lang="sv-SE" baseline="-25000" dirty="0"/>
              <a:t>Block </a:t>
            </a:r>
            <a:r>
              <a:rPr lang="sv-SE" i="1" baseline="-25000" dirty="0"/>
              <a:t>P </a:t>
            </a:r>
            <a:r>
              <a:rPr lang="sv-SE" baseline="-25000" dirty="0"/>
              <a:t>is a </a:t>
            </a:r>
            <a:r>
              <a:rPr lang="sv-SE" baseline="-25000" dirty="0" err="1"/>
              <a:t>predecessors</a:t>
            </a:r>
            <a:r>
              <a:rPr lang="sv-SE" baseline="-25000" dirty="0"/>
              <a:t> </a:t>
            </a:r>
            <a:r>
              <a:rPr lang="sv-SE" baseline="-25000" dirty="0" err="1"/>
              <a:t>of</a:t>
            </a:r>
            <a:r>
              <a:rPr lang="sv-SE" baseline="-25000" dirty="0"/>
              <a:t> </a:t>
            </a:r>
            <a:r>
              <a:rPr lang="sv-SE" i="1" baseline="-25000" dirty="0"/>
              <a:t>B</a:t>
            </a:r>
            <a:r>
              <a:rPr lang="sv-SE" dirty="0"/>
              <a:t> OUT[</a:t>
            </a:r>
            <a:r>
              <a:rPr lang="sv-SE" i="1" dirty="0"/>
              <a:t>P</a:t>
            </a:r>
            <a:r>
              <a:rPr lang="sv-SE" dirty="0"/>
              <a:t>]</a:t>
            </a:r>
          </a:p>
          <a:p>
            <a:r>
              <a:rPr lang="sv-SE" dirty="0"/>
              <a:t>For </a:t>
            </a:r>
            <a:r>
              <a:rPr lang="sv-SE" dirty="0" err="1"/>
              <a:t>backward-flow</a:t>
            </a:r>
            <a:r>
              <a:rPr lang="sv-SE" dirty="0"/>
              <a:t> </a:t>
            </a:r>
            <a:r>
              <a:rPr lang="sv-SE" dirty="0" err="1"/>
              <a:t>analysis</a:t>
            </a:r>
            <a:r>
              <a:rPr lang="sv-SE" dirty="0"/>
              <a:t> IN[</a:t>
            </a:r>
            <a:r>
              <a:rPr lang="sv-SE" i="1" dirty="0"/>
              <a:t>B</a:t>
            </a:r>
            <a:r>
              <a:rPr lang="sv-SE" dirty="0"/>
              <a:t>] = </a:t>
            </a:r>
            <a:r>
              <a:rPr lang="sv-SE" i="1" dirty="0" err="1"/>
              <a:t>f</a:t>
            </a:r>
            <a:r>
              <a:rPr lang="sv-SE" i="1" baseline="-25000" dirty="0" err="1"/>
              <a:t>B</a:t>
            </a:r>
            <a:r>
              <a:rPr lang="sv-SE" dirty="0"/>
              <a:t>(OUT[</a:t>
            </a:r>
            <a:r>
              <a:rPr lang="sv-SE" i="1" dirty="0"/>
              <a:t>B</a:t>
            </a:r>
            <a:r>
              <a:rPr lang="sv-SE" dirty="0"/>
              <a:t>]) </a:t>
            </a:r>
            <a:br>
              <a:rPr lang="sv-SE" dirty="0"/>
            </a:br>
            <a:r>
              <a:rPr lang="sv-SE" dirty="0"/>
              <a:t>OUT[</a:t>
            </a:r>
            <a:r>
              <a:rPr lang="sv-SE" i="1" dirty="0"/>
              <a:t>B</a:t>
            </a:r>
            <a:r>
              <a:rPr lang="sv-SE" dirty="0"/>
              <a:t>] = ∪ </a:t>
            </a:r>
            <a:r>
              <a:rPr lang="sv-SE" baseline="-25000" dirty="0"/>
              <a:t>Block </a:t>
            </a:r>
            <a:r>
              <a:rPr lang="sv-SE" i="1" baseline="-25000" dirty="0"/>
              <a:t>S </a:t>
            </a:r>
            <a:r>
              <a:rPr lang="sv-SE" baseline="-25000" dirty="0"/>
              <a:t>is a </a:t>
            </a:r>
            <a:r>
              <a:rPr lang="sv-SE" baseline="-25000" dirty="0" err="1"/>
              <a:t>successors</a:t>
            </a:r>
            <a:r>
              <a:rPr lang="sv-SE" baseline="-25000" dirty="0"/>
              <a:t> </a:t>
            </a:r>
            <a:r>
              <a:rPr lang="sv-SE" baseline="-25000" dirty="0" err="1"/>
              <a:t>of</a:t>
            </a:r>
            <a:r>
              <a:rPr lang="sv-SE" baseline="-25000" dirty="0"/>
              <a:t> </a:t>
            </a:r>
            <a:r>
              <a:rPr lang="sv-SE" i="1" baseline="-25000" dirty="0"/>
              <a:t>B</a:t>
            </a:r>
            <a:r>
              <a:rPr lang="sv-SE" dirty="0"/>
              <a:t> IN[</a:t>
            </a:r>
            <a:r>
              <a:rPr lang="sv-SE" i="1" dirty="0"/>
              <a:t>S</a:t>
            </a:r>
            <a:r>
              <a:rPr lang="sv-SE" dirty="0"/>
              <a:t>]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8239884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3C384-9266-0D23-0ED7-9967CBE9E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CE938-349C-1D9E-935F-2A447353F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Reaching</a:t>
            </a:r>
            <a:r>
              <a:rPr lang="sv-SE" dirty="0"/>
              <a:t> 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2C498-A7E4-347C-D6CB-084E8D99F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v-SE" dirty="0" err="1"/>
              <a:t>Reaching</a:t>
            </a:r>
            <a:r>
              <a:rPr lang="sv-SE" dirty="0"/>
              <a:t> definitions is a common and </a:t>
            </a:r>
            <a:r>
              <a:rPr lang="sv-SE" dirty="0" err="1"/>
              <a:t>useful</a:t>
            </a:r>
            <a:r>
              <a:rPr lang="sv-SE" dirty="0"/>
              <a:t> data-</a:t>
            </a:r>
            <a:r>
              <a:rPr lang="sv-SE" dirty="0" err="1"/>
              <a:t>flow</a:t>
            </a:r>
            <a:r>
              <a:rPr lang="sv-SE" dirty="0"/>
              <a:t> schema</a:t>
            </a:r>
          </a:p>
          <a:p>
            <a:r>
              <a:rPr lang="sv-SE" dirty="0"/>
              <a:t>By </a:t>
            </a:r>
            <a:r>
              <a:rPr lang="sv-SE" dirty="0" err="1"/>
              <a:t>knowing</a:t>
            </a:r>
            <a:r>
              <a:rPr lang="sv-SE" dirty="0"/>
              <a:t> </a:t>
            </a:r>
            <a:r>
              <a:rPr lang="sv-SE" dirty="0" err="1"/>
              <a:t>where</a:t>
            </a:r>
            <a:r>
              <a:rPr lang="sv-SE" dirty="0"/>
              <a:t> in a program the </a:t>
            </a:r>
            <a:r>
              <a:rPr lang="sv-SE" dirty="0" err="1"/>
              <a:t>value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a </a:t>
            </a:r>
            <a:r>
              <a:rPr lang="sv-SE" dirty="0" err="1"/>
              <a:t>variable</a:t>
            </a:r>
            <a:r>
              <a:rPr lang="sv-SE" dirty="0"/>
              <a:t> </a:t>
            </a:r>
            <a:r>
              <a:rPr lang="sv-SE" i="1" dirty="0"/>
              <a:t>x</a:t>
            </a:r>
            <a:r>
              <a:rPr lang="sv-SE" dirty="0"/>
              <a:t> </a:t>
            </a:r>
            <a:r>
              <a:rPr lang="sv-SE" dirty="0" err="1"/>
              <a:t>may</a:t>
            </a:r>
            <a:r>
              <a:rPr lang="sv-SE" dirty="0"/>
              <a:t> </a:t>
            </a:r>
            <a:r>
              <a:rPr lang="sv-SE" dirty="0" err="1"/>
              <a:t>have</a:t>
            </a:r>
            <a:r>
              <a:rPr lang="sv-SE" dirty="0"/>
              <a:t> </a:t>
            </a:r>
            <a:r>
              <a:rPr lang="sv-SE" dirty="0" err="1"/>
              <a:t>been</a:t>
            </a:r>
            <a:r>
              <a:rPr lang="sv-SE" dirty="0"/>
              <a:t> </a:t>
            </a:r>
            <a:r>
              <a:rPr lang="sv-SE" dirty="0" err="1"/>
              <a:t>defined</a:t>
            </a:r>
            <a:r>
              <a:rPr lang="sv-SE" dirty="0"/>
              <a:t> </a:t>
            </a:r>
            <a:r>
              <a:rPr lang="sv-SE" dirty="0" err="1"/>
              <a:t>when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reach</a:t>
            </a:r>
            <a:r>
              <a:rPr lang="sv-SE" dirty="0"/>
              <a:t> a program </a:t>
            </a:r>
            <a:r>
              <a:rPr lang="sv-SE" dirty="0" err="1"/>
              <a:t>point</a:t>
            </a:r>
            <a:r>
              <a:rPr lang="sv-SE" dirty="0"/>
              <a:t> </a:t>
            </a:r>
            <a:r>
              <a:rPr lang="sv-SE" i="1" dirty="0"/>
              <a:t>p</a:t>
            </a:r>
            <a:r>
              <a:rPr lang="sv-SE" dirty="0"/>
              <a:t>,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determin</a:t>
            </a:r>
            <a:r>
              <a:rPr lang="sv-SE" dirty="0"/>
              <a:t> </a:t>
            </a:r>
            <a:r>
              <a:rPr lang="sv-SE" dirty="0" err="1"/>
              <a:t>many</a:t>
            </a:r>
            <a:r>
              <a:rPr lang="sv-SE" dirty="0"/>
              <a:t> </a:t>
            </a:r>
            <a:r>
              <a:rPr lang="sv-SE" dirty="0" err="1"/>
              <a:t>things</a:t>
            </a:r>
            <a:r>
              <a:rPr lang="sv-SE" dirty="0"/>
              <a:t> </a:t>
            </a:r>
            <a:r>
              <a:rPr lang="sv-SE" dirty="0" err="1"/>
              <a:t>about</a:t>
            </a:r>
            <a:r>
              <a:rPr lang="sv-SE" dirty="0"/>
              <a:t> </a:t>
            </a:r>
            <a:r>
              <a:rPr lang="sv-SE" i="1" dirty="0"/>
              <a:t>x</a:t>
            </a:r>
            <a:r>
              <a:rPr lang="sv-SE" dirty="0"/>
              <a:t>, </a:t>
            </a:r>
            <a:r>
              <a:rPr lang="sv-SE" dirty="0" err="1"/>
              <a:t>e.g</a:t>
            </a:r>
            <a:r>
              <a:rPr lang="sv-SE" dirty="0"/>
              <a:t>.:</a:t>
            </a:r>
          </a:p>
          <a:p>
            <a:pPr lvl="1"/>
            <a:r>
              <a:rPr lang="sv-SE" dirty="0"/>
              <a:t>If </a:t>
            </a:r>
            <a:r>
              <a:rPr lang="sv-SE" i="1" dirty="0"/>
              <a:t>x</a:t>
            </a:r>
            <a:r>
              <a:rPr lang="sv-SE" dirty="0"/>
              <a:t> has a </a:t>
            </a:r>
            <a:r>
              <a:rPr lang="sv-SE" dirty="0" err="1"/>
              <a:t>constant</a:t>
            </a:r>
            <a:r>
              <a:rPr lang="sv-SE" dirty="0"/>
              <a:t> </a:t>
            </a:r>
            <a:r>
              <a:rPr lang="sv-SE" dirty="0" err="1"/>
              <a:t>value</a:t>
            </a:r>
            <a:r>
              <a:rPr lang="sv-SE" dirty="0"/>
              <a:t> at </a:t>
            </a:r>
            <a:r>
              <a:rPr lang="sv-SE" dirty="0" err="1"/>
              <a:t>point</a:t>
            </a:r>
            <a:r>
              <a:rPr lang="sv-SE" dirty="0"/>
              <a:t> </a:t>
            </a:r>
            <a:r>
              <a:rPr lang="sv-SE" i="1" dirty="0"/>
              <a:t>p</a:t>
            </a:r>
          </a:p>
          <a:p>
            <a:pPr lvl="1"/>
            <a:r>
              <a:rPr lang="sv-SE" dirty="0"/>
              <a:t>If </a:t>
            </a:r>
            <a:r>
              <a:rPr lang="sv-SE" i="1" dirty="0"/>
              <a:t>x</a:t>
            </a:r>
            <a:r>
              <a:rPr lang="sv-SE" dirty="0"/>
              <a:t> </a:t>
            </a:r>
            <a:r>
              <a:rPr lang="sv-SE" dirty="0" err="1"/>
              <a:t>may</a:t>
            </a:r>
            <a:r>
              <a:rPr lang="sv-SE" dirty="0"/>
              <a:t> be </a:t>
            </a:r>
            <a:r>
              <a:rPr lang="sv-SE" dirty="0" err="1"/>
              <a:t>undefined</a:t>
            </a:r>
            <a:r>
              <a:rPr lang="sv-SE" dirty="0"/>
              <a:t> at </a:t>
            </a:r>
            <a:r>
              <a:rPr lang="sv-SE" dirty="0" err="1"/>
              <a:t>point</a:t>
            </a:r>
            <a:r>
              <a:rPr lang="sv-SE" dirty="0"/>
              <a:t> </a:t>
            </a:r>
            <a:r>
              <a:rPr lang="sv-SE" i="1" dirty="0"/>
              <a:t>p</a:t>
            </a:r>
            <a:r>
              <a:rPr lang="sv-SE" dirty="0"/>
              <a:t> </a:t>
            </a:r>
          </a:p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say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definition </a:t>
            </a:r>
            <a:r>
              <a:rPr lang="sv-SE" i="1" dirty="0"/>
              <a:t>d</a:t>
            </a:r>
            <a:r>
              <a:rPr lang="sv-SE" dirty="0"/>
              <a:t> (</a:t>
            </a:r>
            <a:r>
              <a:rPr lang="sv-SE" dirty="0" err="1"/>
              <a:t>of</a:t>
            </a:r>
            <a:r>
              <a:rPr lang="sv-SE" dirty="0"/>
              <a:t> the </a:t>
            </a:r>
            <a:r>
              <a:rPr lang="sv-SE" dirty="0" err="1"/>
              <a:t>value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i="1" dirty="0"/>
              <a:t>x</a:t>
            </a:r>
            <a:r>
              <a:rPr lang="sv-SE" dirty="0"/>
              <a:t>) </a:t>
            </a:r>
            <a:r>
              <a:rPr lang="sv-SE" dirty="0" err="1"/>
              <a:t>reaches</a:t>
            </a:r>
            <a:r>
              <a:rPr lang="sv-SE" dirty="0"/>
              <a:t> </a:t>
            </a:r>
            <a:r>
              <a:rPr lang="sv-SE" dirty="0" err="1"/>
              <a:t>point</a:t>
            </a:r>
            <a:r>
              <a:rPr lang="sv-SE" dirty="0"/>
              <a:t> </a:t>
            </a:r>
            <a:r>
              <a:rPr lang="sv-SE" i="1" dirty="0"/>
              <a:t>p</a:t>
            </a:r>
            <a:r>
              <a:rPr lang="sv-SE" dirty="0"/>
              <a:t> </a:t>
            </a:r>
            <a:r>
              <a:rPr lang="sv-SE" dirty="0" err="1"/>
              <a:t>if</a:t>
            </a:r>
            <a:r>
              <a:rPr lang="sv-SE" dirty="0"/>
              <a:t> </a:t>
            </a:r>
            <a:r>
              <a:rPr lang="sv-SE" dirty="0" err="1"/>
              <a:t>there</a:t>
            </a:r>
            <a:r>
              <a:rPr lang="sv-SE" dirty="0"/>
              <a:t> is a </a:t>
            </a:r>
            <a:r>
              <a:rPr lang="sv-SE" dirty="0" err="1"/>
              <a:t>path</a:t>
            </a:r>
            <a:r>
              <a:rPr lang="sv-SE" dirty="0"/>
              <a:t> from the </a:t>
            </a:r>
            <a:r>
              <a:rPr lang="sv-SE" dirty="0" err="1"/>
              <a:t>point</a:t>
            </a:r>
            <a:r>
              <a:rPr lang="sv-SE" dirty="0"/>
              <a:t> </a:t>
            </a:r>
            <a:r>
              <a:rPr lang="sv-SE" dirty="0" err="1"/>
              <a:t>immediately</a:t>
            </a:r>
            <a:r>
              <a:rPr lang="sv-SE" dirty="0"/>
              <a:t> </a:t>
            </a:r>
            <a:r>
              <a:rPr lang="sv-SE" dirty="0" err="1"/>
              <a:t>following</a:t>
            </a:r>
            <a:r>
              <a:rPr lang="sv-SE" dirty="0"/>
              <a:t> </a:t>
            </a:r>
            <a:r>
              <a:rPr lang="sv-SE" i="1" dirty="0"/>
              <a:t>d</a:t>
            </a:r>
            <a:r>
              <a:rPr lang="sv-SE" dirty="0"/>
              <a:t> to </a:t>
            </a:r>
            <a:r>
              <a:rPr lang="sv-SE" i="1" dirty="0"/>
              <a:t>p</a:t>
            </a:r>
            <a:r>
              <a:rPr lang="sv-SE" dirty="0"/>
              <a:t> and </a:t>
            </a:r>
            <a:r>
              <a:rPr lang="sv-SE" dirty="0" err="1"/>
              <a:t>there</a:t>
            </a:r>
            <a:r>
              <a:rPr lang="sv-SE" dirty="0"/>
              <a:t> is no </a:t>
            </a:r>
            <a:r>
              <a:rPr lang="sv-SE" dirty="0" err="1"/>
              <a:t>other</a:t>
            </a:r>
            <a:r>
              <a:rPr lang="sv-SE" dirty="0"/>
              <a:t> definition </a:t>
            </a:r>
            <a:r>
              <a:rPr lang="sv-SE" dirty="0" err="1"/>
              <a:t>of</a:t>
            </a:r>
            <a:r>
              <a:rPr lang="sv-SE" dirty="0"/>
              <a:t> the </a:t>
            </a:r>
            <a:r>
              <a:rPr lang="sv-SE" dirty="0" err="1"/>
              <a:t>value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i="1" dirty="0"/>
              <a:t>x</a:t>
            </a:r>
            <a:r>
              <a:rPr lang="sv-SE" dirty="0"/>
              <a:t> </a:t>
            </a:r>
            <a:r>
              <a:rPr lang="sv-SE" dirty="0" err="1"/>
              <a:t>along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path</a:t>
            </a:r>
            <a:endParaRPr lang="sv-SE" dirty="0"/>
          </a:p>
          <a:p>
            <a:r>
              <a:rPr lang="sv-SE" dirty="0"/>
              <a:t>If </a:t>
            </a:r>
            <a:r>
              <a:rPr lang="sv-SE" dirty="0" err="1"/>
              <a:t>there</a:t>
            </a:r>
            <a:r>
              <a:rPr lang="sv-SE" dirty="0"/>
              <a:t> is </a:t>
            </a:r>
            <a:r>
              <a:rPr lang="sv-SE" dirty="0" err="1"/>
              <a:t>some</a:t>
            </a:r>
            <a:r>
              <a:rPr lang="sv-SE" dirty="0"/>
              <a:t> </a:t>
            </a:r>
            <a:r>
              <a:rPr lang="sv-SE" dirty="0" err="1"/>
              <a:t>other</a:t>
            </a:r>
            <a:r>
              <a:rPr lang="sv-SE" dirty="0"/>
              <a:t> definition </a:t>
            </a:r>
            <a:r>
              <a:rPr lang="sv-SE" dirty="0" err="1"/>
              <a:t>of</a:t>
            </a:r>
            <a:r>
              <a:rPr lang="sv-SE" dirty="0"/>
              <a:t> the </a:t>
            </a:r>
            <a:r>
              <a:rPr lang="sv-SE" dirty="0" err="1"/>
              <a:t>value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x </a:t>
            </a:r>
            <a:r>
              <a:rPr lang="sv-SE" dirty="0" err="1"/>
              <a:t>along</a:t>
            </a:r>
            <a:r>
              <a:rPr lang="sv-SE" dirty="0"/>
              <a:t> the </a:t>
            </a:r>
            <a:r>
              <a:rPr lang="sv-SE" dirty="0" err="1"/>
              <a:t>path</a:t>
            </a:r>
            <a:r>
              <a:rPr lang="sv-SE" dirty="0"/>
              <a:t> from the </a:t>
            </a:r>
            <a:r>
              <a:rPr lang="sv-SE" dirty="0" err="1"/>
              <a:t>point</a:t>
            </a:r>
            <a:r>
              <a:rPr lang="sv-SE" dirty="0"/>
              <a:t> </a:t>
            </a:r>
            <a:r>
              <a:rPr lang="sv-SE" dirty="0" err="1"/>
              <a:t>immediately</a:t>
            </a:r>
            <a:r>
              <a:rPr lang="sv-SE" dirty="0"/>
              <a:t> </a:t>
            </a:r>
            <a:r>
              <a:rPr lang="sv-SE" dirty="0" err="1"/>
              <a:t>following</a:t>
            </a:r>
            <a:r>
              <a:rPr lang="sv-SE" dirty="0"/>
              <a:t> </a:t>
            </a:r>
            <a:r>
              <a:rPr lang="sv-SE" i="1" dirty="0"/>
              <a:t>d</a:t>
            </a:r>
            <a:r>
              <a:rPr lang="sv-SE" dirty="0"/>
              <a:t> to </a:t>
            </a:r>
            <a:r>
              <a:rPr lang="sv-SE" i="1" dirty="0"/>
              <a:t>p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say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definition </a:t>
            </a:r>
            <a:r>
              <a:rPr lang="sv-SE" i="1" dirty="0"/>
              <a:t>d </a:t>
            </a:r>
            <a:r>
              <a:rPr lang="sv-SE" dirty="0"/>
              <a:t>is </a:t>
            </a:r>
            <a:r>
              <a:rPr lang="sv-SE" dirty="0" err="1"/>
              <a:t>killed</a:t>
            </a:r>
            <a:r>
              <a:rPr lang="sv-SE" dirty="0"/>
              <a:t> 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39155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54E24-B05C-EAB7-8CD4-84BF9DA95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32FBB-BD65-6408-4A9D-D9443CA50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340"/>
            <a:ext cx="10515600" cy="1325563"/>
          </a:xfrm>
        </p:spPr>
        <p:txBody>
          <a:bodyPr/>
          <a:lstStyle/>
          <a:p>
            <a:r>
              <a:rPr lang="sv-SE" dirty="0" err="1"/>
              <a:t>Example</a:t>
            </a:r>
            <a:r>
              <a:rPr lang="sv-SE" dirty="0"/>
              <a:t>: </a:t>
            </a:r>
            <a:r>
              <a:rPr lang="sv-SE" dirty="0" err="1"/>
              <a:t>reaching</a:t>
            </a:r>
            <a:r>
              <a:rPr lang="sv-SE" dirty="0"/>
              <a:t> definitions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300F3E0-F188-5F6E-13C2-DA94607F1075}"/>
              </a:ext>
            </a:extLst>
          </p:cNvPr>
          <p:cNvGrpSpPr/>
          <p:nvPr/>
        </p:nvGrpSpPr>
        <p:grpSpPr>
          <a:xfrm>
            <a:off x="1669052" y="1575464"/>
            <a:ext cx="1843693" cy="1004655"/>
            <a:chOff x="860611" y="573740"/>
            <a:chExt cx="1353671" cy="135269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C51EDBD-D3A7-D964-8747-00E9366A7454}"/>
                </a:ext>
              </a:extLst>
            </p:cNvPr>
            <p:cNvSpPr txBox="1"/>
            <p:nvPr/>
          </p:nvSpPr>
          <p:spPr>
            <a:xfrm>
              <a:off x="860611" y="633328"/>
              <a:ext cx="1192307" cy="12335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i="1" dirty="0"/>
                <a:t>d</a:t>
              </a:r>
              <a:r>
                <a:rPr lang="sv-SE" baseline="-25000" dirty="0"/>
                <a:t>1</a:t>
              </a:r>
              <a:r>
                <a:rPr lang="sv-SE" dirty="0"/>
                <a:t>: i = m-1</a:t>
              </a:r>
            </a:p>
            <a:p>
              <a:r>
                <a:rPr lang="sv-SE" i="1" dirty="0"/>
                <a:t>d</a:t>
              </a:r>
              <a:r>
                <a:rPr lang="sv-SE" baseline="-25000" dirty="0"/>
                <a:t>2</a:t>
              </a:r>
              <a:r>
                <a:rPr lang="sv-SE" dirty="0"/>
                <a:t>: j = n</a:t>
              </a:r>
            </a:p>
            <a:p>
              <a:r>
                <a:rPr lang="sv-SE" i="1" dirty="0"/>
                <a:t>d</a:t>
              </a:r>
              <a:r>
                <a:rPr lang="sv-SE" baseline="-25000" dirty="0"/>
                <a:t>3</a:t>
              </a:r>
              <a:r>
                <a:rPr lang="sv-SE" dirty="0"/>
                <a:t>: a = u1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16ED8F8-C500-1693-DAD5-3AD207403EB7}"/>
                </a:ext>
              </a:extLst>
            </p:cNvPr>
            <p:cNvSpPr/>
            <p:nvPr/>
          </p:nvSpPr>
          <p:spPr>
            <a:xfrm>
              <a:off x="860611" y="573740"/>
              <a:ext cx="1353671" cy="13526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DAF0FAD3-AD8B-9153-5091-289C4B37A14D}"/>
              </a:ext>
            </a:extLst>
          </p:cNvPr>
          <p:cNvSpPr txBox="1"/>
          <p:nvPr/>
        </p:nvSpPr>
        <p:spPr>
          <a:xfrm>
            <a:off x="3637913" y="1569692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baseline="-250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1CA385-448B-1631-1656-2A0781540089}"/>
              </a:ext>
            </a:extLst>
          </p:cNvPr>
          <p:cNvSpPr txBox="1"/>
          <p:nvPr/>
        </p:nvSpPr>
        <p:spPr>
          <a:xfrm>
            <a:off x="3637913" y="3002597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i="1" baseline="-25000" dirty="0"/>
              <a:t>2</a:t>
            </a:r>
            <a:endParaRPr lang="sv-SE" baseline="-25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8DB0547-ADD9-FCF9-9586-9AB194319B58}"/>
              </a:ext>
            </a:extLst>
          </p:cNvPr>
          <p:cNvSpPr txBox="1"/>
          <p:nvPr/>
        </p:nvSpPr>
        <p:spPr>
          <a:xfrm>
            <a:off x="2195679" y="4190999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baseline="-250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608308-0290-DA86-0303-2B5A0A15D067}"/>
              </a:ext>
            </a:extLst>
          </p:cNvPr>
          <p:cNvSpPr txBox="1"/>
          <p:nvPr/>
        </p:nvSpPr>
        <p:spPr>
          <a:xfrm>
            <a:off x="3637913" y="5139385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baseline="-25000" dirty="0"/>
              <a:t>4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096CBB0-AACC-66F3-BC94-9A51E2862904}"/>
              </a:ext>
            </a:extLst>
          </p:cNvPr>
          <p:cNvGrpSpPr/>
          <p:nvPr/>
        </p:nvGrpSpPr>
        <p:grpSpPr>
          <a:xfrm>
            <a:off x="1669051" y="3002597"/>
            <a:ext cx="1843693" cy="691218"/>
            <a:chOff x="860611" y="573740"/>
            <a:chExt cx="1353671" cy="135269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B727615-A5C6-142E-BC1D-C4DB17074A29}"/>
                </a:ext>
              </a:extLst>
            </p:cNvPr>
            <p:cNvSpPr txBox="1"/>
            <p:nvPr/>
          </p:nvSpPr>
          <p:spPr>
            <a:xfrm>
              <a:off x="860611" y="633328"/>
              <a:ext cx="1192307" cy="1264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i="1" dirty="0"/>
                <a:t>d</a:t>
              </a:r>
              <a:r>
                <a:rPr lang="sv-SE" baseline="-25000" dirty="0"/>
                <a:t>4</a:t>
              </a:r>
              <a:r>
                <a:rPr lang="sv-SE" dirty="0"/>
                <a:t>: i = i+1</a:t>
              </a:r>
            </a:p>
            <a:p>
              <a:r>
                <a:rPr lang="sv-SE" i="1" dirty="0"/>
                <a:t>d</a:t>
              </a:r>
              <a:r>
                <a:rPr lang="sv-SE" baseline="-25000" dirty="0"/>
                <a:t>5</a:t>
              </a:r>
              <a:r>
                <a:rPr lang="sv-SE" dirty="0"/>
                <a:t>: j = j-1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91006DD-24C5-56FC-D472-951FB4870CDB}"/>
                </a:ext>
              </a:extLst>
            </p:cNvPr>
            <p:cNvSpPr/>
            <p:nvPr/>
          </p:nvSpPr>
          <p:spPr>
            <a:xfrm>
              <a:off x="860611" y="573740"/>
              <a:ext cx="1353671" cy="13526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1AFA803-6492-B7AB-01F2-70EF63A0F496}"/>
              </a:ext>
            </a:extLst>
          </p:cNvPr>
          <p:cNvGrpSpPr/>
          <p:nvPr/>
        </p:nvGrpSpPr>
        <p:grpSpPr>
          <a:xfrm>
            <a:off x="232053" y="4160550"/>
            <a:ext cx="1843694" cy="444686"/>
            <a:chOff x="860611" y="573740"/>
            <a:chExt cx="1353671" cy="87024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05565F4-438C-E0D5-ECD9-A3353B470938}"/>
                </a:ext>
              </a:extLst>
            </p:cNvPr>
            <p:cNvSpPr txBox="1"/>
            <p:nvPr/>
          </p:nvSpPr>
          <p:spPr>
            <a:xfrm>
              <a:off x="860611" y="633328"/>
              <a:ext cx="1192307" cy="722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i="1" dirty="0"/>
                <a:t>d</a:t>
              </a:r>
              <a:r>
                <a:rPr lang="sv-SE" i="1" baseline="-25000" dirty="0"/>
                <a:t>6</a:t>
              </a:r>
              <a:r>
                <a:rPr lang="sv-SE" dirty="0"/>
                <a:t>: a = u2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C2F71BD-BFDB-A982-C4DB-3A663BB7B061}"/>
                </a:ext>
              </a:extLst>
            </p:cNvPr>
            <p:cNvSpPr/>
            <p:nvPr/>
          </p:nvSpPr>
          <p:spPr>
            <a:xfrm>
              <a:off x="860611" y="573740"/>
              <a:ext cx="1353671" cy="8702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F085CB7-0E61-AC1A-A09F-8873A1CE2772}"/>
              </a:ext>
            </a:extLst>
          </p:cNvPr>
          <p:cNvGrpSpPr/>
          <p:nvPr/>
        </p:nvGrpSpPr>
        <p:grpSpPr>
          <a:xfrm>
            <a:off x="1690371" y="5139385"/>
            <a:ext cx="1822373" cy="444686"/>
            <a:chOff x="860611" y="573740"/>
            <a:chExt cx="1353671" cy="87024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1640153-52EF-09ED-A870-1A386C57799F}"/>
                </a:ext>
              </a:extLst>
            </p:cNvPr>
            <p:cNvSpPr txBox="1"/>
            <p:nvPr/>
          </p:nvSpPr>
          <p:spPr>
            <a:xfrm>
              <a:off x="860611" y="633328"/>
              <a:ext cx="1192307" cy="722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i="1" dirty="0"/>
                <a:t>d</a:t>
              </a:r>
              <a:r>
                <a:rPr lang="sv-SE" i="1" baseline="-25000" dirty="0"/>
                <a:t>7</a:t>
              </a:r>
              <a:r>
                <a:rPr lang="sv-SE" dirty="0"/>
                <a:t>: i = u3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032466A-F0FE-3319-F645-393203AA54DE}"/>
                </a:ext>
              </a:extLst>
            </p:cNvPr>
            <p:cNvSpPr/>
            <p:nvPr/>
          </p:nvSpPr>
          <p:spPr>
            <a:xfrm>
              <a:off x="860611" y="573740"/>
              <a:ext cx="1353671" cy="8702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9C4EBCE-F1A0-78B7-C053-7900A6F80BD0}"/>
              </a:ext>
            </a:extLst>
          </p:cNvPr>
          <p:cNvCxnSpPr>
            <a:stCxn id="14" idx="2"/>
            <a:endCxn id="5" idx="0"/>
          </p:cNvCxnSpPr>
          <p:nvPr/>
        </p:nvCxnSpPr>
        <p:spPr>
          <a:xfrm flipH="1">
            <a:off x="2590898" y="2580119"/>
            <a:ext cx="1" cy="4224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B1E68D0-9DE4-CE93-DA12-87CCB354A67F}"/>
              </a:ext>
            </a:extLst>
          </p:cNvPr>
          <p:cNvCxnSpPr>
            <a:endCxn id="14" idx="0"/>
          </p:cNvCxnSpPr>
          <p:nvPr/>
        </p:nvCxnSpPr>
        <p:spPr>
          <a:xfrm flipH="1">
            <a:off x="2590899" y="1330859"/>
            <a:ext cx="10658" cy="2446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906C1E9-C4C8-E830-DBA3-2008756F4666}"/>
              </a:ext>
            </a:extLst>
          </p:cNvPr>
          <p:cNvCxnSpPr>
            <a:cxnSpLocks/>
          </p:cNvCxnSpPr>
          <p:nvPr/>
        </p:nvCxnSpPr>
        <p:spPr>
          <a:xfrm flipH="1">
            <a:off x="1669052" y="3688243"/>
            <a:ext cx="594314" cy="4464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FEA8CB7-BFD0-A1E4-3B1A-AADBD397B49C}"/>
              </a:ext>
            </a:extLst>
          </p:cNvPr>
          <p:cNvCxnSpPr/>
          <p:nvPr/>
        </p:nvCxnSpPr>
        <p:spPr>
          <a:xfrm>
            <a:off x="2924269" y="3688243"/>
            <a:ext cx="0" cy="14511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B87E9D4-EAFF-FD5C-F974-3B34E3EA1CFA}"/>
              </a:ext>
            </a:extLst>
          </p:cNvPr>
          <p:cNvCxnSpPr/>
          <p:nvPr/>
        </p:nvCxnSpPr>
        <p:spPr>
          <a:xfrm>
            <a:off x="1690371" y="4605236"/>
            <a:ext cx="572995" cy="534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929313F-3D33-1479-F875-A3C479C322B1}"/>
              </a:ext>
            </a:extLst>
          </p:cNvPr>
          <p:cNvCxnSpPr>
            <a:stCxn id="30" idx="2"/>
          </p:cNvCxnSpPr>
          <p:nvPr/>
        </p:nvCxnSpPr>
        <p:spPr>
          <a:xfrm flipH="1">
            <a:off x="2590897" y="5584071"/>
            <a:ext cx="10661" cy="3097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5607EE0-1F79-CAD6-4430-CE3943555CFB}"/>
              </a:ext>
            </a:extLst>
          </p:cNvPr>
          <p:cNvSpPr txBox="1"/>
          <p:nvPr/>
        </p:nvSpPr>
        <p:spPr>
          <a:xfrm>
            <a:off x="4762123" y="1754358"/>
            <a:ext cx="2226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1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}</a:t>
            </a:r>
          </a:p>
          <a:p>
            <a:r>
              <a:rPr lang="sv-SE" dirty="0"/>
              <a:t>kill</a:t>
            </a:r>
            <a:r>
              <a:rPr lang="sv-SE" i="1" baseline="-25000" dirty="0"/>
              <a:t>B</a:t>
            </a:r>
            <a:r>
              <a:rPr lang="sv-SE" baseline="-25000" dirty="0"/>
              <a:t>1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4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5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6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}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F8D2E65-4DD8-23E8-E4CB-18ACA05500FE}"/>
              </a:ext>
            </a:extLst>
          </p:cNvPr>
          <p:cNvSpPr txBox="1"/>
          <p:nvPr/>
        </p:nvSpPr>
        <p:spPr>
          <a:xfrm>
            <a:off x="4762123" y="2983081"/>
            <a:ext cx="18565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4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5</a:t>
            </a:r>
            <a:r>
              <a:rPr lang="sv-SE" dirty="0"/>
              <a:t>}</a:t>
            </a:r>
          </a:p>
          <a:p>
            <a:r>
              <a:rPr lang="sv-SE" dirty="0"/>
              <a:t>kill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}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A807606-B04A-8220-C572-D345FFB22ADD}"/>
              </a:ext>
            </a:extLst>
          </p:cNvPr>
          <p:cNvSpPr txBox="1"/>
          <p:nvPr/>
        </p:nvSpPr>
        <p:spPr>
          <a:xfrm>
            <a:off x="4762123" y="4052499"/>
            <a:ext cx="1282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3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6</a:t>
            </a:r>
            <a:r>
              <a:rPr lang="sv-SE" dirty="0"/>
              <a:t>}</a:t>
            </a:r>
          </a:p>
          <a:p>
            <a:r>
              <a:rPr lang="sv-SE" dirty="0"/>
              <a:t>kill</a:t>
            </a:r>
            <a:r>
              <a:rPr lang="sv-SE" i="1" baseline="-25000" dirty="0"/>
              <a:t>B</a:t>
            </a:r>
            <a:r>
              <a:rPr lang="sv-SE" baseline="-25000" dirty="0"/>
              <a:t>3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}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843AEA-6115-AC41-5027-D5AE7745A879}"/>
              </a:ext>
            </a:extLst>
          </p:cNvPr>
          <p:cNvSpPr txBox="1"/>
          <p:nvPr/>
        </p:nvSpPr>
        <p:spPr>
          <a:xfrm>
            <a:off x="4762123" y="4892835"/>
            <a:ext cx="15327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}</a:t>
            </a:r>
          </a:p>
          <a:p>
            <a:r>
              <a:rPr lang="sv-SE" dirty="0"/>
              <a:t>kill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4</a:t>
            </a:r>
            <a:r>
              <a:rPr lang="sv-SE" dirty="0"/>
              <a:t>}</a:t>
            </a: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493CF9C1-F885-AB9F-3194-CF3AED6BB35E}"/>
              </a:ext>
            </a:extLst>
          </p:cNvPr>
          <p:cNvSpPr/>
          <p:nvPr/>
        </p:nvSpPr>
        <p:spPr>
          <a:xfrm>
            <a:off x="3014804" y="2734822"/>
            <a:ext cx="1294714" cy="3226232"/>
          </a:xfrm>
          <a:custGeom>
            <a:avLst/>
            <a:gdLst>
              <a:gd name="connsiteX0" fmla="*/ 0 w 1294714"/>
              <a:gd name="connsiteY0" fmla="*/ 2851166 h 3226232"/>
              <a:gd name="connsiteX1" fmla="*/ 316871 w 1294714"/>
              <a:gd name="connsiteY1" fmla="*/ 3113717 h 3226232"/>
              <a:gd name="connsiteX2" fmla="*/ 1041148 w 1294714"/>
              <a:gd name="connsiteY2" fmla="*/ 3086556 h 3226232"/>
              <a:gd name="connsiteX3" fmla="*/ 1294646 w 1294714"/>
              <a:gd name="connsiteY3" fmla="*/ 1465986 h 3226232"/>
              <a:gd name="connsiteX4" fmla="*/ 1059255 w 1294714"/>
              <a:gd name="connsiteY4" fmla="*/ 180394 h 3226232"/>
              <a:gd name="connsiteX5" fmla="*/ 443620 w 1294714"/>
              <a:gd name="connsiteY5" fmla="*/ 17431 h 3226232"/>
              <a:gd name="connsiteX6" fmla="*/ 72428 w 1294714"/>
              <a:gd name="connsiteY6" fmla="*/ 252822 h 322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94714" h="3226232">
                <a:moveTo>
                  <a:pt x="0" y="2851166"/>
                </a:moveTo>
                <a:cubicBezTo>
                  <a:pt x="71673" y="2962825"/>
                  <a:pt x="143346" y="3074485"/>
                  <a:pt x="316871" y="3113717"/>
                </a:cubicBezTo>
                <a:cubicBezTo>
                  <a:pt x="490396" y="3152949"/>
                  <a:pt x="878186" y="3361178"/>
                  <a:pt x="1041148" y="3086556"/>
                </a:cubicBezTo>
                <a:cubicBezTo>
                  <a:pt x="1204111" y="2811934"/>
                  <a:pt x="1291628" y="1950346"/>
                  <a:pt x="1294646" y="1465986"/>
                </a:cubicBezTo>
                <a:cubicBezTo>
                  <a:pt x="1297664" y="981626"/>
                  <a:pt x="1201093" y="421820"/>
                  <a:pt x="1059255" y="180394"/>
                </a:cubicBezTo>
                <a:cubicBezTo>
                  <a:pt x="917417" y="-61032"/>
                  <a:pt x="608091" y="5360"/>
                  <a:pt x="443620" y="17431"/>
                </a:cubicBezTo>
                <a:cubicBezTo>
                  <a:pt x="279149" y="29502"/>
                  <a:pt x="175788" y="141162"/>
                  <a:pt x="72428" y="252822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E2F1FD2-BA9A-3A1E-C303-00A87C5A5FA3}"/>
              </a:ext>
            </a:extLst>
          </p:cNvPr>
          <p:cNvSpPr txBox="1"/>
          <p:nvPr/>
        </p:nvSpPr>
        <p:spPr>
          <a:xfrm>
            <a:off x="7441620" y="1706957"/>
            <a:ext cx="467006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gen</a:t>
            </a:r>
            <a:r>
              <a:rPr lang="sv-SE" i="1" baseline="-25000" dirty="0" err="1"/>
              <a:t>B</a:t>
            </a:r>
            <a:r>
              <a:rPr lang="sv-SE" i="1" baseline="-25000" dirty="0"/>
              <a:t> </a:t>
            </a:r>
            <a:r>
              <a:rPr lang="sv-SE" dirty="0" err="1"/>
              <a:t>are</a:t>
            </a:r>
            <a:r>
              <a:rPr lang="sv-SE" dirty="0"/>
              <a:t> the definitions </a:t>
            </a:r>
            <a:r>
              <a:rPr lang="sv-SE" dirty="0" err="1"/>
              <a:t>generated</a:t>
            </a:r>
            <a:r>
              <a:rPr lang="sv-SE" dirty="0"/>
              <a:t> by block </a:t>
            </a:r>
            <a:r>
              <a:rPr lang="sv-SE" i="1" dirty="0"/>
              <a:t>B</a:t>
            </a:r>
          </a:p>
          <a:p>
            <a:r>
              <a:rPr lang="sv-SE" dirty="0" err="1"/>
              <a:t>kill</a:t>
            </a:r>
            <a:r>
              <a:rPr lang="sv-SE" i="1" baseline="-25000" dirty="0" err="1"/>
              <a:t>B</a:t>
            </a:r>
            <a:r>
              <a:rPr lang="sv-SE" i="1" baseline="-25000" dirty="0"/>
              <a:t> </a:t>
            </a:r>
            <a:r>
              <a:rPr lang="sv-SE" dirty="0" err="1"/>
              <a:t>are</a:t>
            </a:r>
            <a:r>
              <a:rPr lang="sv-SE" dirty="0"/>
              <a:t> the definitions </a:t>
            </a:r>
            <a:r>
              <a:rPr lang="sv-SE" dirty="0" err="1"/>
              <a:t>killed</a:t>
            </a:r>
            <a:r>
              <a:rPr lang="sv-SE" dirty="0"/>
              <a:t> by block </a:t>
            </a:r>
            <a:r>
              <a:rPr lang="sv-SE" i="1" dirty="0"/>
              <a:t>B</a:t>
            </a:r>
          </a:p>
          <a:p>
            <a:endParaRPr lang="sv-SE" dirty="0"/>
          </a:p>
          <a:p>
            <a:r>
              <a:rPr lang="sv-SE" dirty="0"/>
              <a:t>If </a:t>
            </a:r>
            <a:r>
              <a:rPr lang="sv-SE" dirty="0" err="1"/>
              <a:t>we</a:t>
            </a:r>
            <a:r>
              <a:rPr lang="sv-SE" dirty="0"/>
              <a:t> look at the definitions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reach</a:t>
            </a:r>
            <a:r>
              <a:rPr lang="sv-SE" dirty="0"/>
              <a:t> </a:t>
            </a:r>
            <a:r>
              <a:rPr lang="sv-SE" i="1" dirty="0"/>
              <a:t>B</a:t>
            </a:r>
            <a:r>
              <a:rPr lang="sv-SE" baseline="-25000" dirty="0"/>
              <a:t>2</a:t>
            </a:r>
            <a:r>
              <a:rPr lang="sv-SE" dirty="0"/>
              <a:t>,</a:t>
            </a:r>
          </a:p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see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definitions 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3 </a:t>
            </a:r>
            <a:r>
              <a:rPr lang="sv-SE" dirty="0"/>
              <a:t>(from </a:t>
            </a:r>
            <a:r>
              <a:rPr lang="sv-SE" i="1" dirty="0"/>
              <a:t>B</a:t>
            </a:r>
            <a:r>
              <a:rPr lang="sv-SE" baseline="-25000" dirty="0"/>
              <a:t>1</a:t>
            </a:r>
            <a:r>
              <a:rPr lang="sv-SE" dirty="0"/>
              <a:t>),</a:t>
            </a:r>
          </a:p>
          <a:p>
            <a:r>
              <a:rPr lang="sv-SE" i="1" dirty="0"/>
              <a:t>d</a:t>
            </a:r>
            <a:r>
              <a:rPr lang="sv-SE" baseline="-25000" dirty="0"/>
              <a:t>5</a:t>
            </a:r>
            <a:r>
              <a:rPr lang="sv-SE" dirty="0"/>
              <a:t> (from </a:t>
            </a:r>
            <a:r>
              <a:rPr lang="sv-SE" i="1" dirty="0"/>
              <a:t>B</a:t>
            </a:r>
            <a:r>
              <a:rPr lang="sv-SE" baseline="-25000" dirty="0"/>
              <a:t>2</a:t>
            </a:r>
            <a:r>
              <a:rPr lang="sv-SE" dirty="0"/>
              <a:t>), </a:t>
            </a:r>
            <a:r>
              <a:rPr lang="sv-SE" i="1" dirty="0"/>
              <a:t>d</a:t>
            </a:r>
            <a:r>
              <a:rPr lang="sv-SE" baseline="-25000" dirty="0"/>
              <a:t>6 </a:t>
            </a:r>
            <a:r>
              <a:rPr lang="sv-SE" dirty="0"/>
              <a:t>(from </a:t>
            </a:r>
            <a:r>
              <a:rPr lang="sv-SE" i="1" dirty="0"/>
              <a:t>B</a:t>
            </a:r>
            <a:r>
              <a:rPr lang="sv-SE" baseline="-25000" dirty="0"/>
              <a:t>2</a:t>
            </a:r>
            <a:r>
              <a:rPr lang="sv-SE" dirty="0"/>
              <a:t>) and </a:t>
            </a:r>
            <a:r>
              <a:rPr lang="sv-SE" i="1" dirty="0"/>
              <a:t>d</a:t>
            </a:r>
            <a:r>
              <a:rPr lang="sv-SE" baseline="-25000" dirty="0"/>
              <a:t>7 </a:t>
            </a:r>
            <a:r>
              <a:rPr lang="sv-SE" dirty="0"/>
              <a:t>(from </a:t>
            </a:r>
            <a:r>
              <a:rPr lang="sv-SE" i="1" dirty="0"/>
              <a:t>B</a:t>
            </a:r>
            <a:r>
              <a:rPr lang="sv-SE" baseline="-25000" dirty="0"/>
              <a:t>4</a:t>
            </a:r>
            <a:r>
              <a:rPr lang="sv-SE" dirty="0"/>
              <a:t>) </a:t>
            </a:r>
          </a:p>
          <a:p>
            <a:r>
              <a:rPr lang="sv-SE" dirty="0" err="1"/>
              <a:t>reach</a:t>
            </a:r>
            <a:r>
              <a:rPr lang="sv-SE" dirty="0"/>
              <a:t> </a:t>
            </a:r>
            <a:r>
              <a:rPr lang="sv-SE" i="1" dirty="0"/>
              <a:t>B</a:t>
            </a:r>
            <a:r>
              <a:rPr lang="sv-SE" baseline="-25000" dirty="0"/>
              <a:t>2</a:t>
            </a:r>
            <a:r>
              <a:rPr lang="sv-SE" dirty="0"/>
              <a:t>. N.B. definition </a:t>
            </a:r>
            <a:r>
              <a:rPr lang="sv-SE" i="1" dirty="0"/>
              <a:t>d</a:t>
            </a:r>
            <a:r>
              <a:rPr lang="sv-SE" baseline="-25000" dirty="0"/>
              <a:t>4 </a:t>
            </a:r>
            <a:r>
              <a:rPr lang="sv-SE" dirty="0" err="1"/>
              <a:t>does</a:t>
            </a:r>
            <a:r>
              <a:rPr lang="sv-SE" dirty="0"/>
              <a:t> not </a:t>
            </a:r>
            <a:r>
              <a:rPr lang="sv-SE" dirty="0" err="1"/>
              <a:t>reach</a:t>
            </a:r>
            <a:endParaRPr lang="sv-SE" dirty="0"/>
          </a:p>
          <a:p>
            <a:r>
              <a:rPr lang="sv-SE" i="1" dirty="0"/>
              <a:t>B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dirty="0" err="1"/>
              <a:t>since</a:t>
            </a:r>
            <a:r>
              <a:rPr lang="sv-SE" dirty="0"/>
              <a:t> it is </a:t>
            </a:r>
            <a:r>
              <a:rPr lang="sv-SE" dirty="0" err="1"/>
              <a:t>always</a:t>
            </a:r>
            <a:r>
              <a:rPr lang="sv-SE" dirty="0"/>
              <a:t> </a:t>
            </a:r>
            <a:r>
              <a:rPr lang="sv-SE" dirty="0" err="1"/>
              <a:t>killed</a:t>
            </a:r>
            <a:r>
              <a:rPr lang="sv-SE" dirty="0"/>
              <a:t> by definition 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.</a:t>
            </a:r>
          </a:p>
          <a:p>
            <a:endParaRPr lang="sv-SE" dirty="0"/>
          </a:p>
          <a:p>
            <a:r>
              <a:rPr lang="sv-SE" dirty="0" err="1"/>
              <a:t>This</a:t>
            </a:r>
            <a:r>
              <a:rPr lang="sv-SE" dirty="0"/>
              <a:t> </a:t>
            </a:r>
            <a:r>
              <a:rPr lang="sv-SE" dirty="0" err="1"/>
              <a:t>means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the set </a:t>
            </a:r>
            <a:r>
              <a:rPr lang="sv-SE" dirty="0" err="1"/>
              <a:t>of</a:t>
            </a:r>
            <a:r>
              <a:rPr lang="sv-SE" dirty="0"/>
              <a:t> definitions </a:t>
            </a:r>
            <a:r>
              <a:rPr lang="sv-SE" dirty="0" err="1"/>
              <a:t>that</a:t>
            </a:r>
            <a:endParaRPr lang="sv-SE" dirty="0"/>
          </a:p>
          <a:p>
            <a:r>
              <a:rPr lang="sv-SE" dirty="0" err="1"/>
              <a:t>reach</a:t>
            </a:r>
            <a:r>
              <a:rPr lang="sv-SE" dirty="0"/>
              <a:t> </a:t>
            </a:r>
            <a:r>
              <a:rPr lang="sv-SE" i="1" dirty="0"/>
              <a:t>B</a:t>
            </a:r>
            <a:r>
              <a:rPr lang="sv-SE" baseline="-25000" dirty="0"/>
              <a:t>2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5</a:t>
            </a:r>
            <a:r>
              <a:rPr lang="sv-SE" dirty="0"/>
              <a:t> , </a:t>
            </a:r>
            <a:r>
              <a:rPr lang="sv-SE" i="1" dirty="0"/>
              <a:t>d</a:t>
            </a:r>
            <a:r>
              <a:rPr lang="sv-SE" baseline="-25000" dirty="0"/>
              <a:t>6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}.</a:t>
            </a:r>
          </a:p>
          <a:p>
            <a:endParaRPr lang="sv-SE" dirty="0"/>
          </a:p>
          <a:p>
            <a:r>
              <a:rPr lang="sv-SE" dirty="0" err="1"/>
              <a:t>We</a:t>
            </a:r>
            <a:r>
              <a:rPr lang="sv-SE" dirty="0"/>
              <a:t> make the </a:t>
            </a:r>
            <a:r>
              <a:rPr lang="sv-SE" dirty="0" err="1"/>
              <a:t>conservative</a:t>
            </a:r>
            <a:r>
              <a:rPr lang="sv-SE" dirty="0"/>
              <a:t>  (</a:t>
            </a:r>
            <a:r>
              <a:rPr lang="sv-SE" dirty="0" err="1"/>
              <a:t>safe</a:t>
            </a:r>
            <a:r>
              <a:rPr lang="sv-SE" dirty="0"/>
              <a:t>) </a:t>
            </a:r>
            <a:r>
              <a:rPr lang="sv-SE" dirty="0" err="1"/>
              <a:t>assumption</a:t>
            </a:r>
            <a:endParaRPr lang="sv-SE" dirty="0"/>
          </a:p>
          <a:p>
            <a:r>
              <a:rPr lang="sv-SE" dirty="0" err="1"/>
              <a:t>that</a:t>
            </a:r>
            <a:r>
              <a:rPr lang="sv-SE" dirty="0"/>
              <a:t> all </a:t>
            </a:r>
            <a:r>
              <a:rPr lang="sv-SE" dirty="0" err="1"/>
              <a:t>paths</a:t>
            </a:r>
            <a:r>
              <a:rPr lang="sv-SE" dirty="0"/>
              <a:t> in the </a:t>
            </a:r>
            <a:r>
              <a:rPr lang="sv-SE" dirty="0" err="1"/>
              <a:t>graph</a:t>
            </a:r>
            <a:r>
              <a:rPr lang="sv-SE" dirty="0"/>
              <a:t> </a:t>
            </a:r>
            <a:r>
              <a:rPr lang="sv-SE" dirty="0" err="1"/>
              <a:t>may</a:t>
            </a:r>
            <a:r>
              <a:rPr lang="sv-SE" dirty="0"/>
              <a:t> be </a:t>
            </a:r>
            <a:r>
              <a:rPr lang="sv-SE" dirty="0" err="1"/>
              <a:t>traversed</a:t>
            </a:r>
            <a:r>
              <a:rPr lang="sv-S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33994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BA59C-DC08-E67C-6552-B6539FDF6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Transfer </a:t>
            </a:r>
            <a:r>
              <a:rPr lang="sv-SE" dirty="0" err="1"/>
              <a:t>equations</a:t>
            </a:r>
            <a:r>
              <a:rPr lang="sv-SE" dirty="0"/>
              <a:t> for </a:t>
            </a:r>
            <a:r>
              <a:rPr lang="sv-SE" dirty="0" err="1"/>
              <a:t>reaching</a:t>
            </a:r>
            <a:r>
              <a:rPr lang="sv-SE" dirty="0"/>
              <a:t> 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D3840-3E76-FBA9-C50A-AC3AC6CDD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Let</a:t>
            </a:r>
            <a:r>
              <a:rPr lang="sv-SE" dirty="0"/>
              <a:t> IN[</a:t>
            </a:r>
            <a:r>
              <a:rPr lang="sv-SE" i="1" dirty="0"/>
              <a:t>B</a:t>
            </a:r>
            <a:r>
              <a:rPr lang="sv-SE" dirty="0"/>
              <a:t>] </a:t>
            </a:r>
            <a:r>
              <a:rPr lang="sv-SE" dirty="0" err="1"/>
              <a:t>denote</a:t>
            </a:r>
            <a:r>
              <a:rPr lang="sv-SE" dirty="0"/>
              <a:t> the set </a:t>
            </a:r>
            <a:r>
              <a:rPr lang="sv-SE" dirty="0" err="1"/>
              <a:t>of</a:t>
            </a:r>
            <a:r>
              <a:rPr lang="sv-SE" dirty="0"/>
              <a:t> definitions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reaches</a:t>
            </a:r>
            <a:r>
              <a:rPr lang="sv-SE" dirty="0"/>
              <a:t> block </a:t>
            </a:r>
            <a:r>
              <a:rPr lang="sv-SE" i="1" dirty="0"/>
              <a:t>B</a:t>
            </a:r>
          </a:p>
          <a:p>
            <a:r>
              <a:rPr lang="sv-SE" dirty="0" err="1"/>
              <a:t>Let</a:t>
            </a:r>
            <a:r>
              <a:rPr lang="sv-SE" dirty="0"/>
              <a:t> OUT[</a:t>
            </a:r>
            <a:r>
              <a:rPr lang="sv-SE" i="1" dirty="0"/>
              <a:t>B</a:t>
            </a:r>
            <a:r>
              <a:rPr lang="sv-SE" dirty="0"/>
              <a:t>] </a:t>
            </a:r>
            <a:r>
              <a:rPr lang="sv-SE" dirty="0" err="1"/>
              <a:t>denote</a:t>
            </a:r>
            <a:r>
              <a:rPr lang="sv-SE" dirty="0"/>
              <a:t> the set </a:t>
            </a:r>
            <a:r>
              <a:rPr lang="sv-SE" dirty="0" err="1"/>
              <a:t>of</a:t>
            </a:r>
            <a:r>
              <a:rPr lang="sv-SE" dirty="0"/>
              <a:t> definitions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leaves</a:t>
            </a:r>
            <a:r>
              <a:rPr lang="sv-SE" dirty="0"/>
              <a:t> block </a:t>
            </a:r>
            <a:r>
              <a:rPr lang="sv-SE" i="1" dirty="0"/>
              <a:t>B</a:t>
            </a:r>
          </a:p>
          <a:p>
            <a:r>
              <a:rPr lang="sv-SE" dirty="0"/>
              <a:t>IN[</a:t>
            </a:r>
            <a:r>
              <a:rPr lang="sv-SE" i="1" dirty="0"/>
              <a:t>B</a:t>
            </a:r>
            <a:r>
              <a:rPr lang="sv-SE" dirty="0"/>
              <a:t>] = ∪ </a:t>
            </a:r>
            <a:r>
              <a:rPr lang="sv-SE" baseline="-25000" dirty="0"/>
              <a:t>Block </a:t>
            </a:r>
            <a:r>
              <a:rPr lang="sv-SE" i="1" baseline="-25000" dirty="0"/>
              <a:t>P </a:t>
            </a:r>
            <a:r>
              <a:rPr lang="sv-SE" baseline="-25000" dirty="0"/>
              <a:t>is a </a:t>
            </a:r>
            <a:r>
              <a:rPr lang="sv-SE" baseline="-25000" dirty="0" err="1"/>
              <a:t>predecessors</a:t>
            </a:r>
            <a:r>
              <a:rPr lang="sv-SE" baseline="-25000" dirty="0"/>
              <a:t> </a:t>
            </a:r>
            <a:r>
              <a:rPr lang="sv-SE" baseline="-25000" dirty="0" err="1"/>
              <a:t>of</a:t>
            </a:r>
            <a:r>
              <a:rPr lang="sv-SE" baseline="-25000" dirty="0"/>
              <a:t> </a:t>
            </a:r>
            <a:r>
              <a:rPr lang="sv-SE" i="1" baseline="-25000" dirty="0"/>
              <a:t>B</a:t>
            </a:r>
            <a:r>
              <a:rPr lang="sv-SE" dirty="0"/>
              <a:t> OUT[</a:t>
            </a:r>
            <a:r>
              <a:rPr lang="sv-SE" i="1" dirty="0"/>
              <a:t>P</a:t>
            </a:r>
            <a:r>
              <a:rPr lang="sv-SE" dirty="0"/>
              <a:t>]</a:t>
            </a:r>
          </a:p>
          <a:p>
            <a:r>
              <a:rPr lang="sv-SE" dirty="0"/>
              <a:t>OUT[</a:t>
            </a:r>
            <a:r>
              <a:rPr lang="sv-SE" i="1" dirty="0"/>
              <a:t>B</a:t>
            </a:r>
            <a:r>
              <a:rPr lang="sv-SE" dirty="0"/>
              <a:t>] = </a:t>
            </a:r>
            <a:r>
              <a:rPr lang="sv-SE" dirty="0" err="1"/>
              <a:t>gen</a:t>
            </a:r>
            <a:r>
              <a:rPr lang="sv-SE" i="1" baseline="-25000" dirty="0" err="1"/>
              <a:t>B</a:t>
            </a:r>
            <a:r>
              <a:rPr lang="sv-SE" dirty="0"/>
              <a:t> ∪ (IN[</a:t>
            </a:r>
            <a:r>
              <a:rPr lang="sv-SE" i="1" dirty="0"/>
              <a:t>B</a:t>
            </a:r>
            <a:r>
              <a:rPr lang="sv-SE" dirty="0"/>
              <a:t>] - </a:t>
            </a:r>
            <a:r>
              <a:rPr lang="sv-SE" dirty="0" err="1"/>
              <a:t>kill</a:t>
            </a:r>
            <a:r>
              <a:rPr lang="sv-SE" i="1" baseline="-25000" dirty="0" err="1"/>
              <a:t>B</a:t>
            </a:r>
            <a:r>
              <a:rPr lang="sv-SE" dirty="0"/>
              <a:t>)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9869446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1E371-1A72-A219-AC4C-537C228F6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B85B2-5ABB-B0FA-087E-AD539CB02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340"/>
            <a:ext cx="10515600" cy="1325563"/>
          </a:xfrm>
        </p:spPr>
        <p:txBody>
          <a:bodyPr/>
          <a:lstStyle/>
          <a:p>
            <a:r>
              <a:rPr lang="sv-SE" dirty="0" err="1"/>
              <a:t>Example</a:t>
            </a:r>
            <a:r>
              <a:rPr lang="sv-SE" dirty="0"/>
              <a:t>: </a:t>
            </a:r>
            <a:r>
              <a:rPr lang="sv-SE" dirty="0" err="1"/>
              <a:t>reaching</a:t>
            </a:r>
            <a:r>
              <a:rPr lang="sv-SE" dirty="0"/>
              <a:t> definitions IN[</a:t>
            </a:r>
            <a:r>
              <a:rPr lang="sv-SE" i="1" dirty="0"/>
              <a:t>B</a:t>
            </a:r>
            <a:r>
              <a:rPr lang="sv-SE" baseline="-25000" dirty="0"/>
              <a:t>2</a:t>
            </a:r>
            <a:r>
              <a:rPr lang="sv-SE" dirty="0"/>
              <a:t>]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E8D3686-A71F-B13A-0E9E-3E5F55FA1A22}"/>
              </a:ext>
            </a:extLst>
          </p:cNvPr>
          <p:cNvGrpSpPr/>
          <p:nvPr/>
        </p:nvGrpSpPr>
        <p:grpSpPr>
          <a:xfrm>
            <a:off x="1457075" y="1575464"/>
            <a:ext cx="1843693" cy="1004655"/>
            <a:chOff x="860611" y="573740"/>
            <a:chExt cx="1353671" cy="135269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159ED9D-296C-F7AC-E7D4-DA56DD490A0E}"/>
                </a:ext>
              </a:extLst>
            </p:cNvPr>
            <p:cNvSpPr txBox="1"/>
            <p:nvPr/>
          </p:nvSpPr>
          <p:spPr>
            <a:xfrm>
              <a:off x="860611" y="633328"/>
              <a:ext cx="1192307" cy="12335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i="1" dirty="0"/>
                <a:t>d</a:t>
              </a:r>
              <a:r>
                <a:rPr lang="sv-SE" baseline="-25000" dirty="0"/>
                <a:t>1</a:t>
              </a:r>
              <a:r>
                <a:rPr lang="sv-SE" dirty="0"/>
                <a:t>: i = m-1</a:t>
              </a:r>
            </a:p>
            <a:p>
              <a:r>
                <a:rPr lang="sv-SE" i="1" dirty="0"/>
                <a:t>d</a:t>
              </a:r>
              <a:r>
                <a:rPr lang="sv-SE" baseline="-25000" dirty="0"/>
                <a:t>2</a:t>
              </a:r>
              <a:r>
                <a:rPr lang="sv-SE" dirty="0"/>
                <a:t>: j = n</a:t>
              </a:r>
            </a:p>
            <a:p>
              <a:r>
                <a:rPr lang="sv-SE" i="1" dirty="0"/>
                <a:t>d</a:t>
              </a:r>
              <a:r>
                <a:rPr lang="sv-SE" baseline="-25000" dirty="0"/>
                <a:t>3</a:t>
              </a:r>
              <a:r>
                <a:rPr lang="sv-SE" dirty="0"/>
                <a:t>: a = u1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67D934B-E1C1-F860-C620-6E022FFD4779}"/>
                </a:ext>
              </a:extLst>
            </p:cNvPr>
            <p:cNvSpPr/>
            <p:nvPr/>
          </p:nvSpPr>
          <p:spPr>
            <a:xfrm>
              <a:off x="860611" y="573740"/>
              <a:ext cx="1353671" cy="13526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44582093-ADA9-EDBC-4C77-86998B06EB51}"/>
              </a:ext>
            </a:extLst>
          </p:cNvPr>
          <p:cNvSpPr txBox="1"/>
          <p:nvPr/>
        </p:nvSpPr>
        <p:spPr>
          <a:xfrm>
            <a:off x="3425936" y="1569692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baseline="-250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F94252-3B12-820C-B77E-58370423BC34}"/>
              </a:ext>
            </a:extLst>
          </p:cNvPr>
          <p:cNvSpPr txBox="1"/>
          <p:nvPr/>
        </p:nvSpPr>
        <p:spPr>
          <a:xfrm>
            <a:off x="3425936" y="3002597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i="1" baseline="-25000" dirty="0"/>
              <a:t>2</a:t>
            </a:r>
            <a:endParaRPr lang="sv-SE" baseline="-25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A709BD-4F2C-A6EF-9932-889D004F561D}"/>
              </a:ext>
            </a:extLst>
          </p:cNvPr>
          <p:cNvSpPr txBox="1"/>
          <p:nvPr/>
        </p:nvSpPr>
        <p:spPr>
          <a:xfrm>
            <a:off x="1983702" y="4190999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baseline="-250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2AC3B23-E7EC-9729-A8B6-D827F22A99DF}"/>
              </a:ext>
            </a:extLst>
          </p:cNvPr>
          <p:cNvSpPr txBox="1"/>
          <p:nvPr/>
        </p:nvSpPr>
        <p:spPr>
          <a:xfrm>
            <a:off x="3425936" y="5139385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baseline="-25000" dirty="0"/>
              <a:t>4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7BC8746-B603-41A2-FE53-48F00434B4A2}"/>
              </a:ext>
            </a:extLst>
          </p:cNvPr>
          <p:cNvGrpSpPr/>
          <p:nvPr/>
        </p:nvGrpSpPr>
        <p:grpSpPr>
          <a:xfrm>
            <a:off x="1457074" y="3002597"/>
            <a:ext cx="1843693" cy="691218"/>
            <a:chOff x="860611" y="573740"/>
            <a:chExt cx="1353671" cy="135269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E068253-6AC8-B95B-C734-F6F16936462E}"/>
                </a:ext>
              </a:extLst>
            </p:cNvPr>
            <p:cNvSpPr txBox="1"/>
            <p:nvPr/>
          </p:nvSpPr>
          <p:spPr>
            <a:xfrm>
              <a:off x="860611" y="633328"/>
              <a:ext cx="1192307" cy="1264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i="1" dirty="0"/>
                <a:t>d</a:t>
              </a:r>
              <a:r>
                <a:rPr lang="sv-SE" baseline="-25000" dirty="0"/>
                <a:t>4</a:t>
              </a:r>
              <a:r>
                <a:rPr lang="sv-SE" dirty="0"/>
                <a:t>: i = i+1</a:t>
              </a:r>
            </a:p>
            <a:p>
              <a:r>
                <a:rPr lang="sv-SE" i="1" dirty="0"/>
                <a:t>d</a:t>
              </a:r>
              <a:r>
                <a:rPr lang="sv-SE" baseline="-25000" dirty="0"/>
                <a:t>5</a:t>
              </a:r>
              <a:r>
                <a:rPr lang="sv-SE" dirty="0"/>
                <a:t>: j = j-1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A05F475-3410-3B2C-CA4B-4CCAF47B38F9}"/>
                </a:ext>
              </a:extLst>
            </p:cNvPr>
            <p:cNvSpPr/>
            <p:nvPr/>
          </p:nvSpPr>
          <p:spPr>
            <a:xfrm>
              <a:off x="860611" y="573740"/>
              <a:ext cx="1353671" cy="13526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D1DF7A4-43B0-62FF-4952-213E48B2FDAF}"/>
              </a:ext>
            </a:extLst>
          </p:cNvPr>
          <p:cNvGrpSpPr/>
          <p:nvPr/>
        </p:nvGrpSpPr>
        <p:grpSpPr>
          <a:xfrm>
            <a:off x="20076" y="4160550"/>
            <a:ext cx="1843694" cy="444686"/>
            <a:chOff x="860611" y="573740"/>
            <a:chExt cx="1353671" cy="87024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8E05094-3261-8B43-545C-6DD085707E2B}"/>
                </a:ext>
              </a:extLst>
            </p:cNvPr>
            <p:cNvSpPr txBox="1"/>
            <p:nvPr/>
          </p:nvSpPr>
          <p:spPr>
            <a:xfrm>
              <a:off x="860611" y="633328"/>
              <a:ext cx="1192307" cy="722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i="1" dirty="0"/>
                <a:t>d</a:t>
              </a:r>
              <a:r>
                <a:rPr lang="sv-SE" i="1" baseline="-25000" dirty="0"/>
                <a:t>6</a:t>
              </a:r>
              <a:r>
                <a:rPr lang="sv-SE" dirty="0"/>
                <a:t>: a = u2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BA9CF8D-6CA3-D9BE-DBDA-8048BDA4975C}"/>
                </a:ext>
              </a:extLst>
            </p:cNvPr>
            <p:cNvSpPr/>
            <p:nvPr/>
          </p:nvSpPr>
          <p:spPr>
            <a:xfrm>
              <a:off x="860611" y="573740"/>
              <a:ext cx="1353671" cy="8702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1FAA134-3708-41BE-3B0F-6C8E7779CA56}"/>
              </a:ext>
            </a:extLst>
          </p:cNvPr>
          <p:cNvGrpSpPr/>
          <p:nvPr/>
        </p:nvGrpSpPr>
        <p:grpSpPr>
          <a:xfrm>
            <a:off x="1478394" y="5139385"/>
            <a:ext cx="1822373" cy="444686"/>
            <a:chOff x="860611" y="573740"/>
            <a:chExt cx="1353671" cy="87024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7968E0E-33B8-9CC9-1186-426F0CBB5459}"/>
                </a:ext>
              </a:extLst>
            </p:cNvPr>
            <p:cNvSpPr txBox="1"/>
            <p:nvPr/>
          </p:nvSpPr>
          <p:spPr>
            <a:xfrm>
              <a:off x="860611" y="633328"/>
              <a:ext cx="1192307" cy="722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i="1" dirty="0"/>
                <a:t>d</a:t>
              </a:r>
              <a:r>
                <a:rPr lang="sv-SE" i="1" baseline="-25000" dirty="0"/>
                <a:t>7</a:t>
              </a:r>
              <a:r>
                <a:rPr lang="sv-SE" dirty="0"/>
                <a:t>: i = u3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2A661EF-6A91-B6A0-D39F-880C4E019884}"/>
                </a:ext>
              </a:extLst>
            </p:cNvPr>
            <p:cNvSpPr/>
            <p:nvPr/>
          </p:nvSpPr>
          <p:spPr>
            <a:xfrm>
              <a:off x="860611" y="573740"/>
              <a:ext cx="1353671" cy="8702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62D39B6-F74D-171C-2816-8AA46DC171E9}"/>
              </a:ext>
            </a:extLst>
          </p:cNvPr>
          <p:cNvCxnSpPr>
            <a:stCxn id="14" idx="2"/>
            <a:endCxn id="5" idx="0"/>
          </p:cNvCxnSpPr>
          <p:nvPr/>
        </p:nvCxnSpPr>
        <p:spPr>
          <a:xfrm flipH="1">
            <a:off x="2378921" y="2580119"/>
            <a:ext cx="1" cy="4224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79B2D49-7A7E-D0AB-927A-8ECEDDB8276C}"/>
              </a:ext>
            </a:extLst>
          </p:cNvPr>
          <p:cNvCxnSpPr>
            <a:endCxn id="14" idx="0"/>
          </p:cNvCxnSpPr>
          <p:nvPr/>
        </p:nvCxnSpPr>
        <p:spPr>
          <a:xfrm flipH="1">
            <a:off x="2378922" y="1330859"/>
            <a:ext cx="10658" cy="2446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E71EBA5-2B1B-DDFA-7A75-9D273360451A}"/>
              </a:ext>
            </a:extLst>
          </p:cNvPr>
          <p:cNvCxnSpPr>
            <a:cxnSpLocks/>
          </p:cNvCxnSpPr>
          <p:nvPr/>
        </p:nvCxnSpPr>
        <p:spPr>
          <a:xfrm flipH="1">
            <a:off x="1457075" y="3688243"/>
            <a:ext cx="594314" cy="4464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0FA3FCE-9CF1-3A76-719F-AD1964007E50}"/>
              </a:ext>
            </a:extLst>
          </p:cNvPr>
          <p:cNvCxnSpPr/>
          <p:nvPr/>
        </p:nvCxnSpPr>
        <p:spPr>
          <a:xfrm>
            <a:off x="2712292" y="3688243"/>
            <a:ext cx="0" cy="14511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B3F96ED-30EC-AA96-8314-BEFC3760D647}"/>
              </a:ext>
            </a:extLst>
          </p:cNvPr>
          <p:cNvCxnSpPr/>
          <p:nvPr/>
        </p:nvCxnSpPr>
        <p:spPr>
          <a:xfrm>
            <a:off x="1478394" y="4605236"/>
            <a:ext cx="572995" cy="534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DE2E702-5D25-B040-37AF-BDD4F1801D37}"/>
              </a:ext>
            </a:extLst>
          </p:cNvPr>
          <p:cNvCxnSpPr>
            <a:stCxn id="30" idx="2"/>
          </p:cNvCxnSpPr>
          <p:nvPr/>
        </p:nvCxnSpPr>
        <p:spPr>
          <a:xfrm flipH="1">
            <a:off x="2378920" y="5584071"/>
            <a:ext cx="10661" cy="3097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D5CFE1D-4961-20F2-2AF1-3C70F273BB72}"/>
              </a:ext>
            </a:extLst>
          </p:cNvPr>
          <p:cNvSpPr txBox="1"/>
          <p:nvPr/>
        </p:nvSpPr>
        <p:spPr>
          <a:xfrm>
            <a:off x="4097255" y="1728119"/>
            <a:ext cx="2226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1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}</a:t>
            </a:r>
          </a:p>
          <a:p>
            <a:r>
              <a:rPr lang="sv-SE" dirty="0"/>
              <a:t>kill</a:t>
            </a:r>
            <a:r>
              <a:rPr lang="sv-SE" i="1" baseline="-25000" dirty="0"/>
              <a:t>B</a:t>
            </a:r>
            <a:r>
              <a:rPr lang="sv-SE" baseline="-25000" dirty="0"/>
              <a:t>1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4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5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6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}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27B119C-B1CD-FB50-49C0-DCE284D3D87E}"/>
              </a:ext>
            </a:extLst>
          </p:cNvPr>
          <p:cNvSpPr txBox="1"/>
          <p:nvPr/>
        </p:nvSpPr>
        <p:spPr>
          <a:xfrm>
            <a:off x="4097255" y="2956842"/>
            <a:ext cx="18565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4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5</a:t>
            </a:r>
            <a:r>
              <a:rPr lang="sv-SE" dirty="0"/>
              <a:t>}</a:t>
            </a:r>
          </a:p>
          <a:p>
            <a:r>
              <a:rPr lang="sv-SE" dirty="0"/>
              <a:t>kill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}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A9DA10B-9CCA-6017-29E4-A83A21980DA0}"/>
              </a:ext>
            </a:extLst>
          </p:cNvPr>
          <p:cNvSpPr txBox="1"/>
          <p:nvPr/>
        </p:nvSpPr>
        <p:spPr>
          <a:xfrm>
            <a:off x="4097255" y="4026260"/>
            <a:ext cx="1282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3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6</a:t>
            </a:r>
            <a:r>
              <a:rPr lang="sv-SE" dirty="0"/>
              <a:t>}</a:t>
            </a:r>
          </a:p>
          <a:p>
            <a:r>
              <a:rPr lang="sv-SE" dirty="0"/>
              <a:t>kill</a:t>
            </a:r>
            <a:r>
              <a:rPr lang="sv-SE" i="1" baseline="-25000" dirty="0"/>
              <a:t>B</a:t>
            </a:r>
            <a:r>
              <a:rPr lang="sv-SE" baseline="-25000" dirty="0"/>
              <a:t>3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}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19986E9-90B8-AC91-2A36-4C0AB5D10680}"/>
              </a:ext>
            </a:extLst>
          </p:cNvPr>
          <p:cNvSpPr txBox="1"/>
          <p:nvPr/>
        </p:nvSpPr>
        <p:spPr>
          <a:xfrm>
            <a:off x="4097255" y="4866596"/>
            <a:ext cx="15327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}</a:t>
            </a:r>
          </a:p>
          <a:p>
            <a:r>
              <a:rPr lang="sv-SE" dirty="0"/>
              <a:t>kill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4</a:t>
            </a:r>
            <a:r>
              <a:rPr lang="sv-SE" dirty="0"/>
              <a:t>}</a:t>
            </a: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7057B3CC-C65C-9F65-8073-47E01E88ABB1}"/>
              </a:ext>
            </a:extLst>
          </p:cNvPr>
          <p:cNvSpPr/>
          <p:nvPr/>
        </p:nvSpPr>
        <p:spPr>
          <a:xfrm>
            <a:off x="2802827" y="2734822"/>
            <a:ext cx="1294714" cy="3226232"/>
          </a:xfrm>
          <a:custGeom>
            <a:avLst/>
            <a:gdLst>
              <a:gd name="connsiteX0" fmla="*/ 0 w 1294714"/>
              <a:gd name="connsiteY0" fmla="*/ 2851166 h 3226232"/>
              <a:gd name="connsiteX1" fmla="*/ 316871 w 1294714"/>
              <a:gd name="connsiteY1" fmla="*/ 3113717 h 3226232"/>
              <a:gd name="connsiteX2" fmla="*/ 1041148 w 1294714"/>
              <a:gd name="connsiteY2" fmla="*/ 3086556 h 3226232"/>
              <a:gd name="connsiteX3" fmla="*/ 1294646 w 1294714"/>
              <a:gd name="connsiteY3" fmla="*/ 1465986 h 3226232"/>
              <a:gd name="connsiteX4" fmla="*/ 1059255 w 1294714"/>
              <a:gd name="connsiteY4" fmla="*/ 180394 h 3226232"/>
              <a:gd name="connsiteX5" fmla="*/ 443620 w 1294714"/>
              <a:gd name="connsiteY5" fmla="*/ 17431 h 3226232"/>
              <a:gd name="connsiteX6" fmla="*/ 72428 w 1294714"/>
              <a:gd name="connsiteY6" fmla="*/ 252822 h 322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94714" h="3226232">
                <a:moveTo>
                  <a:pt x="0" y="2851166"/>
                </a:moveTo>
                <a:cubicBezTo>
                  <a:pt x="71673" y="2962825"/>
                  <a:pt x="143346" y="3074485"/>
                  <a:pt x="316871" y="3113717"/>
                </a:cubicBezTo>
                <a:cubicBezTo>
                  <a:pt x="490396" y="3152949"/>
                  <a:pt x="878186" y="3361178"/>
                  <a:pt x="1041148" y="3086556"/>
                </a:cubicBezTo>
                <a:cubicBezTo>
                  <a:pt x="1204111" y="2811934"/>
                  <a:pt x="1291628" y="1950346"/>
                  <a:pt x="1294646" y="1465986"/>
                </a:cubicBezTo>
                <a:cubicBezTo>
                  <a:pt x="1297664" y="981626"/>
                  <a:pt x="1201093" y="421820"/>
                  <a:pt x="1059255" y="180394"/>
                </a:cubicBezTo>
                <a:cubicBezTo>
                  <a:pt x="917417" y="-61032"/>
                  <a:pt x="608091" y="5360"/>
                  <a:pt x="443620" y="17431"/>
                </a:cubicBezTo>
                <a:cubicBezTo>
                  <a:pt x="279149" y="29502"/>
                  <a:pt x="175788" y="141162"/>
                  <a:pt x="72428" y="252822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FBF3589-7700-4A4A-BCAE-0817414F6F18}"/>
              </a:ext>
            </a:extLst>
          </p:cNvPr>
          <p:cNvSpPr txBox="1"/>
          <p:nvPr/>
        </p:nvSpPr>
        <p:spPr>
          <a:xfrm>
            <a:off x="5953853" y="1214623"/>
            <a:ext cx="61857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assume</a:t>
            </a:r>
            <a:r>
              <a:rPr lang="sv-SE" dirty="0"/>
              <a:t> no definitions </a:t>
            </a:r>
            <a:r>
              <a:rPr lang="sv-SE" dirty="0" err="1"/>
              <a:t>before</a:t>
            </a:r>
            <a:r>
              <a:rPr lang="sv-SE" dirty="0"/>
              <a:t> block B1. </a:t>
            </a:r>
          </a:p>
          <a:p>
            <a:endParaRPr lang="sv-SE" dirty="0"/>
          </a:p>
          <a:p>
            <a:r>
              <a:rPr lang="sv-SE" dirty="0"/>
              <a:t>IN[</a:t>
            </a:r>
            <a:r>
              <a:rPr lang="sv-SE" i="1" dirty="0"/>
              <a:t>B</a:t>
            </a:r>
            <a:r>
              <a:rPr lang="sv-SE" i="1" baseline="-25000" dirty="0"/>
              <a:t>2</a:t>
            </a:r>
            <a:r>
              <a:rPr lang="sv-SE" dirty="0"/>
              <a:t>] = OUT[</a:t>
            </a:r>
            <a:r>
              <a:rPr lang="sv-SE" i="1" dirty="0"/>
              <a:t>B</a:t>
            </a:r>
            <a:r>
              <a:rPr lang="sv-SE" i="1" baseline="-25000" dirty="0"/>
              <a:t>1</a:t>
            </a:r>
            <a:r>
              <a:rPr lang="sv-SE" dirty="0"/>
              <a:t>] ∪ OUT[</a:t>
            </a:r>
            <a:r>
              <a:rPr lang="sv-SE" i="1" dirty="0"/>
              <a:t>B</a:t>
            </a:r>
            <a:r>
              <a:rPr lang="sv-SE" i="1" baseline="-25000" dirty="0"/>
              <a:t>4</a:t>
            </a:r>
            <a:r>
              <a:rPr lang="sv-SE" dirty="0"/>
              <a:t>]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9798433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2E862-CF55-2870-6D6A-B7D8991B4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94656-ABA6-080C-2508-70ED0C9F4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340"/>
            <a:ext cx="10515600" cy="1325563"/>
          </a:xfrm>
        </p:spPr>
        <p:txBody>
          <a:bodyPr/>
          <a:lstStyle/>
          <a:p>
            <a:r>
              <a:rPr lang="sv-SE" dirty="0" err="1"/>
              <a:t>Example</a:t>
            </a:r>
            <a:r>
              <a:rPr lang="sv-SE" dirty="0"/>
              <a:t>: </a:t>
            </a:r>
            <a:r>
              <a:rPr lang="sv-SE" dirty="0" err="1"/>
              <a:t>reaching</a:t>
            </a:r>
            <a:r>
              <a:rPr lang="sv-SE" dirty="0"/>
              <a:t> definitions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DA7D8F0-8092-AF38-0ECB-41CA860D6C79}"/>
              </a:ext>
            </a:extLst>
          </p:cNvPr>
          <p:cNvGrpSpPr/>
          <p:nvPr/>
        </p:nvGrpSpPr>
        <p:grpSpPr>
          <a:xfrm>
            <a:off x="1457075" y="1575464"/>
            <a:ext cx="1843693" cy="1004655"/>
            <a:chOff x="860611" y="573740"/>
            <a:chExt cx="1353671" cy="135269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59AF4F6-0A2B-DBFC-15B3-C4E36BF59D70}"/>
                </a:ext>
              </a:extLst>
            </p:cNvPr>
            <p:cNvSpPr txBox="1"/>
            <p:nvPr/>
          </p:nvSpPr>
          <p:spPr>
            <a:xfrm>
              <a:off x="860611" y="633328"/>
              <a:ext cx="1192307" cy="12335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i="1" dirty="0"/>
                <a:t>d</a:t>
              </a:r>
              <a:r>
                <a:rPr lang="sv-SE" baseline="-25000" dirty="0"/>
                <a:t>1</a:t>
              </a:r>
              <a:r>
                <a:rPr lang="sv-SE" dirty="0"/>
                <a:t>: i = m-1</a:t>
              </a:r>
            </a:p>
            <a:p>
              <a:r>
                <a:rPr lang="sv-SE" i="1" dirty="0"/>
                <a:t>d</a:t>
              </a:r>
              <a:r>
                <a:rPr lang="sv-SE" baseline="-25000" dirty="0"/>
                <a:t>2</a:t>
              </a:r>
              <a:r>
                <a:rPr lang="sv-SE" dirty="0"/>
                <a:t>: j = n</a:t>
              </a:r>
            </a:p>
            <a:p>
              <a:r>
                <a:rPr lang="sv-SE" i="1" dirty="0"/>
                <a:t>d</a:t>
              </a:r>
              <a:r>
                <a:rPr lang="sv-SE" baseline="-25000" dirty="0"/>
                <a:t>3</a:t>
              </a:r>
              <a:r>
                <a:rPr lang="sv-SE" dirty="0"/>
                <a:t>: a = u1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6935B0E-DC34-5269-8424-687AE5A45902}"/>
                </a:ext>
              </a:extLst>
            </p:cNvPr>
            <p:cNvSpPr/>
            <p:nvPr/>
          </p:nvSpPr>
          <p:spPr>
            <a:xfrm>
              <a:off x="860611" y="573740"/>
              <a:ext cx="1353671" cy="13526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B9690097-3DF3-AFC2-EE48-48ADDEC864EA}"/>
              </a:ext>
            </a:extLst>
          </p:cNvPr>
          <p:cNvSpPr txBox="1"/>
          <p:nvPr/>
        </p:nvSpPr>
        <p:spPr>
          <a:xfrm>
            <a:off x="3425936" y="1569692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baseline="-250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532656-3E60-85D4-FD81-DFD22CF8117A}"/>
              </a:ext>
            </a:extLst>
          </p:cNvPr>
          <p:cNvSpPr txBox="1"/>
          <p:nvPr/>
        </p:nvSpPr>
        <p:spPr>
          <a:xfrm>
            <a:off x="3425936" y="3002597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i="1" baseline="-25000" dirty="0"/>
              <a:t>2</a:t>
            </a:r>
            <a:endParaRPr lang="sv-SE" baseline="-25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B4B8632-E304-0F88-4E67-86770818B8EB}"/>
              </a:ext>
            </a:extLst>
          </p:cNvPr>
          <p:cNvSpPr txBox="1"/>
          <p:nvPr/>
        </p:nvSpPr>
        <p:spPr>
          <a:xfrm>
            <a:off x="1983702" y="4190999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baseline="-250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9C24D0D-477A-4692-BB7C-E8F42107BCE0}"/>
              </a:ext>
            </a:extLst>
          </p:cNvPr>
          <p:cNvSpPr txBox="1"/>
          <p:nvPr/>
        </p:nvSpPr>
        <p:spPr>
          <a:xfrm>
            <a:off x="3425936" y="5139385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baseline="-25000" dirty="0"/>
              <a:t>4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01B955C-C056-2F82-DFA2-171A09CADEB1}"/>
              </a:ext>
            </a:extLst>
          </p:cNvPr>
          <p:cNvGrpSpPr/>
          <p:nvPr/>
        </p:nvGrpSpPr>
        <p:grpSpPr>
          <a:xfrm>
            <a:off x="1457074" y="3002597"/>
            <a:ext cx="1843693" cy="691218"/>
            <a:chOff x="860611" y="573740"/>
            <a:chExt cx="1353671" cy="135269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2B8BA11-0C65-44FF-00D1-2052CE02AE72}"/>
                </a:ext>
              </a:extLst>
            </p:cNvPr>
            <p:cNvSpPr txBox="1"/>
            <p:nvPr/>
          </p:nvSpPr>
          <p:spPr>
            <a:xfrm>
              <a:off x="860611" y="633328"/>
              <a:ext cx="1192307" cy="1264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i="1" dirty="0"/>
                <a:t>d</a:t>
              </a:r>
              <a:r>
                <a:rPr lang="sv-SE" baseline="-25000" dirty="0"/>
                <a:t>4</a:t>
              </a:r>
              <a:r>
                <a:rPr lang="sv-SE" dirty="0"/>
                <a:t>: i = i+1</a:t>
              </a:r>
            </a:p>
            <a:p>
              <a:r>
                <a:rPr lang="sv-SE" i="1" dirty="0"/>
                <a:t>d</a:t>
              </a:r>
              <a:r>
                <a:rPr lang="sv-SE" baseline="-25000" dirty="0"/>
                <a:t>5</a:t>
              </a:r>
              <a:r>
                <a:rPr lang="sv-SE" dirty="0"/>
                <a:t>: j = j-1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39941AF-5BC6-33CD-5D3C-152229639C84}"/>
                </a:ext>
              </a:extLst>
            </p:cNvPr>
            <p:cNvSpPr/>
            <p:nvPr/>
          </p:nvSpPr>
          <p:spPr>
            <a:xfrm>
              <a:off x="860611" y="573740"/>
              <a:ext cx="1353671" cy="13526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2AFFA8F-88EF-D31B-CB6C-1490D3766D3A}"/>
              </a:ext>
            </a:extLst>
          </p:cNvPr>
          <p:cNvGrpSpPr/>
          <p:nvPr/>
        </p:nvGrpSpPr>
        <p:grpSpPr>
          <a:xfrm>
            <a:off x="20076" y="4160550"/>
            <a:ext cx="1843694" cy="444686"/>
            <a:chOff x="860611" y="573740"/>
            <a:chExt cx="1353671" cy="87024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F7072E1-13DF-824A-9B58-B74D1183D5C8}"/>
                </a:ext>
              </a:extLst>
            </p:cNvPr>
            <p:cNvSpPr txBox="1"/>
            <p:nvPr/>
          </p:nvSpPr>
          <p:spPr>
            <a:xfrm>
              <a:off x="860611" y="633328"/>
              <a:ext cx="1192307" cy="722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i="1" dirty="0"/>
                <a:t>d</a:t>
              </a:r>
              <a:r>
                <a:rPr lang="sv-SE" i="1" baseline="-25000" dirty="0"/>
                <a:t>6</a:t>
              </a:r>
              <a:r>
                <a:rPr lang="sv-SE" dirty="0"/>
                <a:t>: a = u2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B284EC3-966A-717E-CFB2-99A03119B52B}"/>
                </a:ext>
              </a:extLst>
            </p:cNvPr>
            <p:cNvSpPr/>
            <p:nvPr/>
          </p:nvSpPr>
          <p:spPr>
            <a:xfrm>
              <a:off x="860611" y="573740"/>
              <a:ext cx="1353671" cy="8702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40AF485-774F-C878-E6D8-CA0091571783}"/>
              </a:ext>
            </a:extLst>
          </p:cNvPr>
          <p:cNvGrpSpPr/>
          <p:nvPr/>
        </p:nvGrpSpPr>
        <p:grpSpPr>
          <a:xfrm>
            <a:off x="1478394" y="5139385"/>
            <a:ext cx="1822373" cy="444686"/>
            <a:chOff x="860611" y="573740"/>
            <a:chExt cx="1353671" cy="87024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F5D735A-AA3E-E548-59AB-406F4609FA61}"/>
                </a:ext>
              </a:extLst>
            </p:cNvPr>
            <p:cNvSpPr txBox="1"/>
            <p:nvPr/>
          </p:nvSpPr>
          <p:spPr>
            <a:xfrm>
              <a:off x="860611" y="633328"/>
              <a:ext cx="1192307" cy="722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i="1" dirty="0"/>
                <a:t>d</a:t>
              </a:r>
              <a:r>
                <a:rPr lang="sv-SE" i="1" baseline="-25000" dirty="0"/>
                <a:t>7</a:t>
              </a:r>
              <a:r>
                <a:rPr lang="sv-SE" dirty="0"/>
                <a:t>: i = u3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A86FB43-9A59-EA4A-5FB8-A7639FFBF323}"/>
                </a:ext>
              </a:extLst>
            </p:cNvPr>
            <p:cNvSpPr/>
            <p:nvPr/>
          </p:nvSpPr>
          <p:spPr>
            <a:xfrm>
              <a:off x="860611" y="573740"/>
              <a:ext cx="1353671" cy="8702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6D7F46C-AD74-73E0-CA7D-70B6ADB6F3E3}"/>
              </a:ext>
            </a:extLst>
          </p:cNvPr>
          <p:cNvCxnSpPr>
            <a:stCxn id="14" idx="2"/>
            <a:endCxn id="5" idx="0"/>
          </p:cNvCxnSpPr>
          <p:nvPr/>
        </p:nvCxnSpPr>
        <p:spPr>
          <a:xfrm flipH="1">
            <a:off x="2378921" y="2580119"/>
            <a:ext cx="1" cy="4224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56757C0-6D4B-70CF-6010-97013453A75C}"/>
              </a:ext>
            </a:extLst>
          </p:cNvPr>
          <p:cNvCxnSpPr>
            <a:endCxn id="14" idx="0"/>
          </p:cNvCxnSpPr>
          <p:nvPr/>
        </p:nvCxnSpPr>
        <p:spPr>
          <a:xfrm flipH="1">
            <a:off x="2378922" y="1330859"/>
            <a:ext cx="10658" cy="2446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B9B1E1E-02BC-B6E5-614E-8BC982CCF7FA}"/>
              </a:ext>
            </a:extLst>
          </p:cNvPr>
          <p:cNvCxnSpPr>
            <a:cxnSpLocks/>
          </p:cNvCxnSpPr>
          <p:nvPr/>
        </p:nvCxnSpPr>
        <p:spPr>
          <a:xfrm flipH="1">
            <a:off x="1457075" y="3688243"/>
            <a:ext cx="594314" cy="4464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AE289BC-368F-61CA-F1CE-3ECB0D889827}"/>
              </a:ext>
            </a:extLst>
          </p:cNvPr>
          <p:cNvCxnSpPr/>
          <p:nvPr/>
        </p:nvCxnSpPr>
        <p:spPr>
          <a:xfrm>
            <a:off x="2712292" y="3688243"/>
            <a:ext cx="0" cy="14511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D16CFDA-778A-21F1-BD6A-F3F5A95C0497}"/>
              </a:ext>
            </a:extLst>
          </p:cNvPr>
          <p:cNvCxnSpPr/>
          <p:nvPr/>
        </p:nvCxnSpPr>
        <p:spPr>
          <a:xfrm>
            <a:off x="1478394" y="4605236"/>
            <a:ext cx="572995" cy="534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6CD90CB-117A-1B39-2CD7-19B9C31A41DD}"/>
              </a:ext>
            </a:extLst>
          </p:cNvPr>
          <p:cNvCxnSpPr>
            <a:stCxn id="30" idx="2"/>
          </p:cNvCxnSpPr>
          <p:nvPr/>
        </p:nvCxnSpPr>
        <p:spPr>
          <a:xfrm flipH="1">
            <a:off x="2378920" y="5584071"/>
            <a:ext cx="10661" cy="3097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B082502D-ACD1-9BEC-C8B1-25EA3CC744D0}"/>
              </a:ext>
            </a:extLst>
          </p:cNvPr>
          <p:cNvSpPr txBox="1"/>
          <p:nvPr/>
        </p:nvSpPr>
        <p:spPr>
          <a:xfrm>
            <a:off x="4097255" y="1728119"/>
            <a:ext cx="2226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1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}</a:t>
            </a:r>
          </a:p>
          <a:p>
            <a:r>
              <a:rPr lang="sv-SE" dirty="0"/>
              <a:t>kill</a:t>
            </a:r>
            <a:r>
              <a:rPr lang="sv-SE" i="1" baseline="-25000" dirty="0"/>
              <a:t>B</a:t>
            </a:r>
            <a:r>
              <a:rPr lang="sv-SE" baseline="-25000" dirty="0"/>
              <a:t>1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4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5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6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}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3B240E0-4EFE-9D9E-A6CF-047936C1DDCD}"/>
              </a:ext>
            </a:extLst>
          </p:cNvPr>
          <p:cNvSpPr txBox="1"/>
          <p:nvPr/>
        </p:nvSpPr>
        <p:spPr>
          <a:xfrm>
            <a:off x="4097255" y="2956842"/>
            <a:ext cx="18565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4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5</a:t>
            </a:r>
            <a:r>
              <a:rPr lang="sv-SE" dirty="0"/>
              <a:t>}</a:t>
            </a:r>
          </a:p>
          <a:p>
            <a:r>
              <a:rPr lang="sv-SE" dirty="0"/>
              <a:t>kill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}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B11948B-8077-9939-CD39-EA848E1D8302}"/>
              </a:ext>
            </a:extLst>
          </p:cNvPr>
          <p:cNvSpPr txBox="1"/>
          <p:nvPr/>
        </p:nvSpPr>
        <p:spPr>
          <a:xfrm>
            <a:off x="4097255" y="4026260"/>
            <a:ext cx="1282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3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6</a:t>
            </a:r>
            <a:r>
              <a:rPr lang="sv-SE" dirty="0"/>
              <a:t>}</a:t>
            </a:r>
          </a:p>
          <a:p>
            <a:r>
              <a:rPr lang="sv-SE" dirty="0"/>
              <a:t>kill</a:t>
            </a:r>
            <a:r>
              <a:rPr lang="sv-SE" i="1" baseline="-25000" dirty="0"/>
              <a:t>B</a:t>
            </a:r>
            <a:r>
              <a:rPr lang="sv-SE" baseline="-25000" dirty="0"/>
              <a:t>3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}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DAF3D4-B65D-0B1B-4AB4-F3092F912B76}"/>
              </a:ext>
            </a:extLst>
          </p:cNvPr>
          <p:cNvSpPr txBox="1"/>
          <p:nvPr/>
        </p:nvSpPr>
        <p:spPr>
          <a:xfrm>
            <a:off x="4097255" y="4866596"/>
            <a:ext cx="15327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}</a:t>
            </a:r>
          </a:p>
          <a:p>
            <a:r>
              <a:rPr lang="sv-SE" dirty="0"/>
              <a:t>kill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4</a:t>
            </a:r>
            <a:r>
              <a:rPr lang="sv-SE" dirty="0"/>
              <a:t>}</a:t>
            </a: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0E50ADDC-EA18-717C-0232-C98E347A85FC}"/>
              </a:ext>
            </a:extLst>
          </p:cNvPr>
          <p:cNvSpPr/>
          <p:nvPr/>
        </p:nvSpPr>
        <p:spPr>
          <a:xfrm>
            <a:off x="2802827" y="2734822"/>
            <a:ext cx="1294714" cy="3226232"/>
          </a:xfrm>
          <a:custGeom>
            <a:avLst/>
            <a:gdLst>
              <a:gd name="connsiteX0" fmla="*/ 0 w 1294714"/>
              <a:gd name="connsiteY0" fmla="*/ 2851166 h 3226232"/>
              <a:gd name="connsiteX1" fmla="*/ 316871 w 1294714"/>
              <a:gd name="connsiteY1" fmla="*/ 3113717 h 3226232"/>
              <a:gd name="connsiteX2" fmla="*/ 1041148 w 1294714"/>
              <a:gd name="connsiteY2" fmla="*/ 3086556 h 3226232"/>
              <a:gd name="connsiteX3" fmla="*/ 1294646 w 1294714"/>
              <a:gd name="connsiteY3" fmla="*/ 1465986 h 3226232"/>
              <a:gd name="connsiteX4" fmla="*/ 1059255 w 1294714"/>
              <a:gd name="connsiteY4" fmla="*/ 180394 h 3226232"/>
              <a:gd name="connsiteX5" fmla="*/ 443620 w 1294714"/>
              <a:gd name="connsiteY5" fmla="*/ 17431 h 3226232"/>
              <a:gd name="connsiteX6" fmla="*/ 72428 w 1294714"/>
              <a:gd name="connsiteY6" fmla="*/ 252822 h 322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94714" h="3226232">
                <a:moveTo>
                  <a:pt x="0" y="2851166"/>
                </a:moveTo>
                <a:cubicBezTo>
                  <a:pt x="71673" y="2962825"/>
                  <a:pt x="143346" y="3074485"/>
                  <a:pt x="316871" y="3113717"/>
                </a:cubicBezTo>
                <a:cubicBezTo>
                  <a:pt x="490396" y="3152949"/>
                  <a:pt x="878186" y="3361178"/>
                  <a:pt x="1041148" y="3086556"/>
                </a:cubicBezTo>
                <a:cubicBezTo>
                  <a:pt x="1204111" y="2811934"/>
                  <a:pt x="1291628" y="1950346"/>
                  <a:pt x="1294646" y="1465986"/>
                </a:cubicBezTo>
                <a:cubicBezTo>
                  <a:pt x="1297664" y="981626"/>
                  <a:pt x="1201093" y="421820"/>
                  <a:pt x="1059255" y="180394"/>
                </a:cubicBezTo>
                <a:cubicBezTo>
                  <a:pt x="917417" y="-61032"/>
                  <a:pt x="608091" y="5360"/>
                  <a:pt x="443620" y="17431"/>
                </a:cubicBezTo>
                <a:cubicBezTo>
                  <a:pt x="279149" y="29502"/>
                  <a:pt x="175788" y="141162"/>
                  <a:pt x="72428" y="252822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661761D-A357-06C9-F554-51B8B2569E9C}"/>
              </a:ext>
            </a:extLst>
          </p:cNvPr>
          <p:cNvSpPr txBox="1"/>
          <p:nvPr/>
        </p:nvSpPr>
        <p:spPr>
          <a:xfrm>
            <a:off x="5953853" y="1214623"/>
            <a:ext cx="618577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assume</a:t>
            </a:r>
            <a:r>
              <a:rPr lang="sv-SE" dirty="0"/>
              <a:t> no definitions </a:t>
            </a:r>
            <a:r>
              <a:rPr lang="sv-SE" dirty="0" err="1"/>
              <a:t>before</a:t>
            </a:r>
            <a:r>
              <a:rPr lang="sv-SE" dirty="0"/>
              <a:t> block B1. </a:t>
            </a:r>
          </a:p>
          <a:p>
            <a:endParaRPr lang="sv-SE" dirty="0"/>
          </a:p>
          <a:p>
            <a:r>
              <a:rPr lang="sv-SE" dirty="0"/>
              <a:t>IN[</a:t>
            </a:r>
            <a:r>
              <a:rPr lang="sv-SE" i="1" dirty="0"/>
              <a:t>B</a:t>
            </a:r>
            <a:r>
              <a:rPr lang="sv-SE" i="1" baseline="-25000" dirty="0"/>
              <a:t>2</a:t>
            </a:r>
            <a:r>
              <a:rPr lang="sv-SE" dirty="0"/>
              <a:t>] = OUT[</a:t>
            </a:r>
            <a:r>
              <a:rPr lang="sv-SE" i="1" dirty="0"/>
              <a:t>B</a:t>
            </a:r>
            <a:r>
              <a:rPr lang="sv-SE" i="1" baseline="-25000" dirty="0"/>
              <a:t>1</a:t>
            </a:r>
            <a:r>
              <a:rPr lang="sv-SE" dirty="0"/>
              <a:t>] ∪ OUT[</a:t>
            </a:r>
            <a:r>
              <a:rPr lang="sv-SE" i="1" dirty="0"/>
              <a:t>B</a:t>
            </a:r>
            <a:r>
              <a:rPr lang="sv-SE" i="1" baseline="-25000" dirty="0"/>
              <a:t>4</a:t>
            </a:r>
            <a:r>
              <a:rPr lang="sv-SE" dirty="0"/>
              <a:t>]</a:t>
            </a:r>
          </a:p>
          <a:p>
            <a:endParaRPr lang="sv-SE" dirty="0"/>
          </a:p>
          <a:p>
            <a:r>
              <a:rPr lang="sv-SE" dirty="0"/>
              <a:t>OUT[</a:t>
            </a:r>
            <a:r>
              <a:rPr lang="sv-SE" i="1" dirty="0"/>
              <a:t>B</a:t>
            </a:r>
            <a:r>
              <a:rPr lang="sv-SE" i="1" baseline="-25000" dirty="0"/>
              <a:t>1</a:t>
            </a:r>
            <a:r>
              <a:rPr lang="sv-SE" dirty="0"/>
              <a:t>] = gen</a:t>
            </a:r>
            <a:r>
              <a:rPr lang="sv-SE" i="1" baseline="-25000" dirty="0"/>
              <a:t>B</a:t>
            </a:r>
            <a:r>
              <a:rPr lang="sv-SE" baseline="-25000" dirty="0"/>
              <a:t>1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}</a:t>
            </a:r>
          </a:p>
          <a:p>
            <a:endParaRPr lang="sv-SE" dirty="0"/>
          </a:p>
          <a:p>
            <a:r>
              <a:rPr lang="sv-SE" dirty="0"/>
              <a:t>OUT[</a:t>
            </a:r>
            <a:r>
              <a:rPr lang="sv-SE" i="1" dirty="0"/>
              <a:t>B</a:t>
            </a:r>
            <a:r>
              <a:rPr lang="sv-SE" i="1" baseline="-25000" dirty="0"/>
              <a:t>4</a:t>
            </a:r>
            <a:r>
              <a:rPr lang="sv-SE" dirty="0"/>
              <a:t>] = gen</a:t>
            </a:r>
            <a:r>
              <a:rPr lang="sv-SE" i="1" baseline="-25000" dirty="0"/>
              <a:t>B</a:t>
            </a:r>
            <a:r>
              <a:rPr lang="sv-SE" baseline="-25000" dirty="0"/>
              <a:t>4</a:t>
            </a:r>
            <a:r>
              <a:rPr lang="sv-SE" dirty="0"/>
              <a:t> ∪ (IN[</a:t>
            </a:r>
            <a:r>
              <a:rPr lang="sv-SE" i="1" dirty="0"/>
              <a:t>B</a:t>
            </a:r>
            <a:r>
              <a:rPr lang="sv-SE" i="1" baseline="-25000" dirty="0"/>
              <a:t>4</a:t>
            </a:r>
            <a:r>
              <a:rPr lang="sv-SE" dirty="0"/>
              <a:t>] – kill</a:t>
            </a:r>
            <a:r>
              <a:rPr lang="sv-SE" i="1" baseline="-25000" dirty="0"/>
              <a:t>B</a:t>
            </a:r>
            <a:r>
              <a:rPr lang="sv-SE" baseline="-25000" dirty="0"/>
              <a:t>4</a:t>
            </a:r>
            <a:r>
              <a:rPr lang="sv-SE" dirty="0"/>
              <a:t>)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6772908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B5FF8-259C-1EEB-B670-8E33F6AB0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AEBC8-B95C-0418-9F60-3366FCD5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340"/>
            <a:ext cx="10515600" cy="1325563"/>
          </a:xfrm>
        </p:spPr>
        <p:txBody>
          <a:bodyPr/>
          <a:lstStyle/>
          <a:p>
            <a:r>
              <a:rPr lang="sv-SE" dirty="0" err="1"/>
              <a:t>Example</a:t>
            </a:r>
            <a:r>
              <a:rPr lang="sv-SE" dirty="0"/>
              <a:t>: </a:t>
            </a:r>
            <a:r>
              <a:rPr lang="sv-SE" dirty="0" err="1"/>
              <a:t>reaching</a:t>
            </a:r>
            <a:r>
              <a:rPr lang="sv-SE" dirty="0"/>
              <a:t> definitions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1AE213-A9B2-07CC-6B76-367534FC92E2}"/>
              </a:ext>
            </a:extLst>
          </p:cNvPr>
          <p:cNvGrpSpPr/>
          <p:nvPr/>
        </p:nvGrpSpPr>
        <p:grpSpPr>
          <a:xfrm>
            <a:off x="1457075" y="1575464"/>
            <a:ext cx="1843693" cy="1004655"/>
            <a:chOff x="860611" y="573740"/>
            <a:chExt cx="1353671" cy="135269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3F2D043-3A72-4D75-6B5F-35773CB7AA09}"/>
                </a:ext>
              </a:extLst>
            </p:cNvPr>
            <p:cNvSpPr txBox="1"/>
            <p:nvPr/>
          </p:nvSpPr>
          <p:spPr>
            <a:xfrm>
              <a:off x="860611" y="633328"/>
              <a:ext cx="1192307" cy="12335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i="1" dirty="0"/>
                <a:t>d</a:t>
              </a:r>
              <a:r>
                <a:rPr lang="sv-SE" baseline="-25000" dirty="0"/>
                <a:t>1</a:t>
              </a:r>
              <a:r>
                <a:rPr lang="sv-SE" dirty="0"/>
                <a:t>: i = m-1</a:t>
              </a:r>
            </a:p>
            <a:p>
              <a:r>
                <a:rPr lang="sv-SE" i="1" dirty="0"/>
                <a:t>d</a:t>
              </a:r>
              <a:r>
                <a:rPr lang="sv-SE" baseline="-25000" dirty="0"/>
                <a:t>2</a:t>
              </a:r>
              <a:r>
                <a:rPr lang="sv-SE" dirty="0"/>
                <a:t>: j = n</a:t>
              </a:r>
            </a:p>
            <a:p>
              <a:r>
                <a:rPr lang="sv-SE" i="1" dirty="0"/>
                <a:t>d</a:t>
              </a:r>
              <a:r>
                <a:rPr lang="sv-SE" baseline="-25000" dirty="0"/>
                <a:t>3</a:t>
              </a:r>
              <a:r>
                <a:rPr lang="sv-SE" dirty="0"/>
                <a:t>: a = u1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9D8D78C-E9C2-2CDD-BEE6-9827D824D227}"/>
                </a:ext>
              </a:extLst>
            </p:cNvPr>
            <p:cNvSpPr/>
            <p:nvPr/>
          </p:nvSpPr>
          <p:spPr>
            <a:xfrm>
              <a:off x="860611" y="573740"/>
              <a:ext cx="1353671" cy="13526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7BE18853-D0DD-4935-682B-40A27AA6E796}"/>
              </a:ext>
            </a:extLst>
          </p:cNvPr>
          <p:cNvSpPr txBox="1"/>
          <p:nvPr/>
        </p:nvSpPr>
        <p:spPr>
          <a:xfrm>
            <a:off x="3425936" y="1569692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baseline="-250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52D963-8889-94A2-3EFD-1597222342FA}"/>
              </a:ext>
            </a:extLst>
          </p:cNvPr>
          <p:cNvSpPr txBox="1"/>
          <p:nvPr/>
        </p:nvSpPr>
        <p:spPr>
          <a:xfrm>
            <a:off x="3425936" y="3002597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i="1" baseline="-25000" dirty="0"/>
              <a:t>2</a:t>
            </a:r>
            <a:endParaRPr lang="sv-SE" baseline="-25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A63100-7562-258C-D765-A0DDF9A15CF1}"/>
              </a:ext>
            </a:extLst>
          </p:cNvPr>
          <p:cNvSpPr txBox="1"/>
          <p:nvPr/>
        </p:nvSpPr>
        <p:spPr>
          <a:xfrm>
            <a:off x="1983702" y="4190999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baseline="-250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2294CED-B0AB-6D32-9213-3E19DF77DDEC}"/>
              </a:ext>
            </a:extLst>
          </p:cNvPr>
          <p:cNvSpPr txBox="1"/>
          <p:nvPr/>
        </p:nvSpPr>
        <p:spPr>
          <a:xfrm>
            <a:off x="3425936" y="5139385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baseline="-25000" dirty="0"/>
              <a:t>4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65E32F1-247A-5FE9-D565-1DFB6CBEC6A4}"/>
              </a:ext>
            </a:extLst>
          </p:cNvPr>
          <p:cNvGrpSpPr/>
          <p:nvPr/>
        </p:nvGrpSpPr>
        <p:grpSpPr>
          <a:xfrm>
            <a:off x="1457074" y="3002597"/>
            <a:ext cx="1843693" cy="691218"/>
            <a:chOff x="860611" y="573740"/>
            <a:chExt cx="1353671" cy="135269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405A429-57AE-E440-1BB4-C9069369910F}"/>
                </a:ext>
              </a:extLst>
            </p:cNvPr>
            <p:cNvSpPr txBox="1"/>
            <p:nvPr/>
          </p:nvSpPr>
          <p:spPr>
            <a:xfrm>
              <a:off x="860611" y="633328"/>
              <a:ext cx="1192307" cy="1264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i="1" dirty="0"/>
                <a:t>d</a:t>
              </a:r>
              <a:r>
                <a:rPr lang="sv-SE" baseline="-25000" dirty="0"/>
                <a:t>4</a:t>
              </a:r>
              <a:r>
                <a:rPr lang="sv-SE" dirty="0"/>
                <a:t>: i = i+1</a:t>
              </a:r>
            </a:p>
            <a:p>
              <a:r>
                <a:rPr lang="sv-SE" i="1" dirty="0"/>
                <a:t>d</a:t>
              </a:r>
              <a:r>
                <a:rPr lang="sv-SE" baseline="-25000" dirty="0"/>
                <a:t>5</a:t>
              </a:r>
              <a:r>
                <a:rPr lang="sv-SE" dirty="0"/>
                <a:t>: j = j-1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CB4C050-B865-ABEA-64A2-AAB16FF41343}"/>
                </a:ext>
              </a:extLst>
            </p:cNvPr>
            <p:cNvSpPr/>
            <p:nvPr/>
          </p:nvSpPr>
          <p:spPr>
            <a:xfrm>
              <a:off x="860611" y="573740"/>
              <a:ext cx="1353671" cy="13526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FCD643-810F-8A5E-766E-4DAD3BDA4A58}"/>
              </a:ext>
            </a:extLst>
          </p:cNvPr>
          <p:cNvGrpSpPr/>
          <p:nvPr/>
        </p:nvGrpSpPr>
        <p:grpSpPr>
          <a:xfrm>
            <a:off x="20076" y="4160550"/>
            <a:ext cx="1843694" cy="444686"/>
            <a:chOff x="860611" y="573740"/>
            <a:chExt cx="1353671" cy="87024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B1DEAA7-D964-630C-5D61-51B7BE07B447}"/>
                </a:ext>
              </a:extLst>
            </p:cNvPr>
            <p:cNvSpPr txBox="1"/>
            <p:nvPr/>
          </p:nvSpPr>
          <p:spPr>
            <a:xfrm>
              <a:off x="860611" y="633328"/>
              <a:ext cx="1192307" cy="722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i="1" dirty="0"/>
                <a:t>d</a:t>
              </a:r>
              <a:r>
                <a:rPr lang="sv-SE" i="1" baseline="-25000" dirty="0"/>
                <a:t>6</a:t>
              </a:r>
              <a:r>
                <a:rPr lang="sv-SE" dirty="0"/>
                <a:t>: a = u2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A73A700-6A30-53FC-9C7A-D3DAE7DA90D7}"/>
                </a:ext>
              </a:extLst>
            </p:cNvPr>
            <p:cNvSpPr/>
            <p:nvPr/>
          </p:nvSpPr>
          <p:spPr>
            <a:xfrm>
              <a:off x="860611" y="573740"/>
              <a:ext cx="1353671" cy="8702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51CE21A-619C-2839-177E-5FA0CAE50F46}"/>
              </a:ext>
            </a:extLst>
          </p:cNvPr>
          <p:cNvGrpSpPr/>
          <p:nvPr/>
        </p:nvGrpSpPr>
        <p:grpSpPr>
          <a:xfrm>
            <a:off x="1478394" y="5139385"/>
            <a:ext cx="1822373" cy="444686"/>
            <a:chOff x="860611" y="573740"/>
            <a:chExt cx="1353671" cy="87024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2B40793-B704-91C5-913E-F7799654F697}"/>
                </a:ext>
              </a:extLst>
            </p:cNvPr>
            <p:cNvSpPr txBox="1"/>
            <p:nvPr/>
          </p:nvSpPr>
          <p:spPr>
            <a:xfrm>
              <a:off x="860611" y="633328"/>
              <a:ext cx="1192307" cy="722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i="1" dirty="0"/>
                <a:t>d</a:t>
              </a:r>
              <a:r>
                <a:rPr lang="sv-SE" i="1" baseline="-25000" dirty="0"/>
                <a:t>7</a:t>
              </a:r>
              <a:r>
                <a:rPr lang="sv-SE" dirty="0"/>
                <a:t>: i = u3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B24FB7A-917D-2E1E-47A0-B5D5C43DD345}"/>
                </a:ext>
              </a:extLst>
            </p:cNvPr>
            <p:cNvSpPr/>
            <p:nvPr/>
          </p:nvSpPr>
          <p:spPr>
            <a:xfrm>
              <a:off x="860611" y="573740"/>
              <a:ext cx="1353671" cy="8702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B9992BA-EF78-3F2F-4671-A86E65A33DF8}"/>
              </a:ext>
            </a:extLst>
          </p:cNvPr>
          <p:cNvCxnSpPr>
            <a:stCxn id="14" idx="2"/>
            <a:endCxn id="5" idx="0"/>
          </p:cNvCxnSpPr>
          <p:nvPr/>
        </p:nvCxnSpPr>
        <p:spPr>
          <a:xfrm flipH="1">
            <a:off x="2378921" y="2580119"/>
            <a:ext cx="1" cy="4224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E7ED30E-09CB-2957-DC6C-D99F462C55E3}"/>
              </a:ext>
            </a:extLst>
          </p:cNvPr>
          <p:cNvCxnSpPr>
            <a:endCxn id="14" idx="0"/>
          </p:cNvCxnSpPr>
          <p:nvPr/>
        </p:nvCxnSpPr>
        <p:spPr>
          <a:xfrm flipH="1">
            <a:off x="2378922" y="1330859"/>
            <a:ext cx="10658" cy="2446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226B3A4-1A91-3790-2675-57BD6ECC3B6A}"/>
              </a:ext>
            </a:extLst>
          </p:cNvPr>
          <p:cNvCxnSpPr>
            <a:cxnSpLocks/>
          </p:cNvCxnSpPr>
          <p:nvPr/>
        </p:nvCxnSpPr>
        <p:spPr>
          <a:xfrm flipH="1">
            <a:off x="1457075" y="3688243"/>
            <a:ext cx="594314" cy="4464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0813EEC-2AE2-4400-6EA3-7F9E16306503}"/>
              </a:ext>
            </a:extLst>
          </p:cNvPr>
          <p:cNvCxnSpPr/>
          <p:nvPr/>
        </p:nvCxnSpPr>
        <p:spPr>
          <a:xfrm>
            <a:off x="2712292" y="3688243"/>
            <a:ext cx="0" cy="14511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26C8451-3DDC-EFA1-9395-2F8466D8B62C}"/>
              </a:ext>
            </a:extLst>
          </p:cNvPr>
          <p:cNvCxnSpPr/>
          <p:nvPr/>
        </p:nvCxnSpPr>
        <p:spPr>
          <a:xfrm>
            <a:off x="1478394" y="4605236"/>
            <a:ext cx="572995" cy="534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BF6BACC-7602-EACB-F9DA-8FC65E6A54E4}"/>
              </a:ext>
            </a:extLst>
          </p:cNvPr>
          <p:cNvCxnSpPr>
            <a:stCxn id="30" idx="2"/>
          </p:cNvCxnSpPr>
          <p:nvPr/>
        </p:nvCxnSpPr>
        <p:spPr>
          <a:xfrm flipH="1">
            <a:off x="2378920" y="5584071"/>
            <a:ext cx="10661" cy="3097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9CA15C1-5207-CC36-8A79-82BE5C08C0E9}"/>
              </a:ext>
            </a:extLst>
          </p:cNvPr>
          <p:cNvSpPr txBox="1"/>
          <p:nvPr/>
        </p:nvSpPr>
        <p:spPr>
          <a:xfrm>
            <a:off x="4097255" y="1728119"/>
            <a:ext cx="2226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1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}</a:t>
            </a:r>
          </a:p>
          <a:p>
            <a:r>
              <a:rPr lang="sv-SE" dirty="0"/>
              <a:t>kill</a:t>
            </a:r>
            <a:r>
              <a:rPr lang="sv-SE" i="1" baseline="-25000" dirty="0"/>
              <a:t>B</a:t>
            </a:r>
            <a:r>
              <a:rPr lang="sv-SE" baseline="-25000" dirty="0"/>
              <a:t>1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4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5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6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}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9BB61BE-CA93-9A46-D1C9-ED71F8201DF0}"/>
              </a:ext>
            </a:extLst>
          </p:cNvPr>
          <p:cNvSpPr txBox="1"/>
          <p:nvPr/>
        </p:nvSpPr>
        <p:spPr>
          <a:xfrm>
            <a:off x="4097255" y="2956842"/>
            <a:ext cx="18565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4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5</a:t>
            </a:r>
            <a:r>
              <a:rPr lang="sv-SE" dirty="0"/>
              <a:t>}</a:t>
            </a:r>
          </a:p>
          <a:p>
            <a:r>
              <a:rPr lang="sv-SE" dirty="0"/>
              <a:t>kill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}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ABC301D-B892-73B6-5335-D08CC70B5E46}"/>
              </a:ext>
            </a:extLst>
          </p:cNvPr>
          <p:cNvSpPr txBox="1"/>
          <p:nvPr/>
        </p:nvSpPr>
        <p:spPr>
          <a:xfrm>
            <a:off x="4097255" y="4026260"/>
            <a:ext cx="1282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3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6</a:t>
            </a:r>
            <a:r>
              <a:rPr lang="sv-SE" dirty="0"/>
              <a:t>}</a:t>
            </a:r>
          </a:p>
          <a:p>
            <a:r>
              <a:rPr lang="sv-SE" dirty="0"/>
              <a:t>kill</a:t>
            </a:r>
            <a:r>
              <a:rPr lang="sv-SE" i="1" baseline="-25000" dirty="0"/>
              <a:t>B</a:t>
            </a:r>
            <a:r>
              <a:rPr lang="sv-SE" baseline="-25000" dirty="0"/>
              <a:t>3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}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5CBC0BE-539C-E037-05CC-3302F53A2A4B}"/>
              </a:ext>
            </a:extLst>
          </p:cNvPr>
          <p:cNvSpPr txBox="1"/>
          <p:nvPr/>
        </p:nvSpPr>
        <p:spPr>
          <a:xfrm>
            <a:off x="4097255" y="4866596"/>
            <a:ext cx="15327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}</a:t>
            </a:r>
          </a:p>
          <a:p>
            <a:r>
              <a:rPr lang="sv-SE" dirty="0"/>
              <a:t>kill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4</a:t>
            </a:r>
            <a:r>
              <a:rPr lang="sv-SE" dirty="0"/>
              <a:t>}</a:t>
            </a: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B4985E38-FBF5-64AF-0E20-76631AC933C2}"/>
              </a:ext>
            </a:extLst>
          </p:cNvPr>
          <p:cNvSpPr/>
          <p:nvPr/>
        </p:nvSpPr>
        <p:spPr>
          <a:xfrm>
            <a:off x="2802827" y="2734822"/>
            <a:ext cx="1294714" cy="3226232"/>
          </a:xfrm>
          <a:custGeom>
            <a:avLst/>
            <a:gdLst>
              <a:gd name="connsiteX0" fmla="*/ 0 w 1294714"/>
              <a:gd name="connsiteY0" fmla="*/ 2851166 h 3226232"/>
              <a:gd name="connsiteX1" fmla="*/ 316871 w 1294714"/>
              <a:gd name="connsiteY1" fmla="*/ 3113717 h 3226232"/>
              <a:gd name="connsiteX2" fmla="*/ 1041148 w 1294714"/>
              <a:gd name="connsiteY2" fmla="*/ 3086556 h 3226232"/>
              <a:gd name="connsiteX3" fmla="*/ 1294646 w 1294714"/>
              <a:gd name="connsiteY3" fmla="*/ 1465986 h 3226232"/>
              <a:gd name="connsiteX4" fmla="*/ 1059255 w 1294714"/>
              <a:gd name="connsiteY4" fmla="*/ 180394 h 3226232"/>
              <a:gd name="connsiteX5" fmla="*/ 443620 w 1294714"/>
              <a:gd name="connsiteY5" fmla="*/ 17431 h 3226232"/>
              <a:gd name="connsiteX6" fmla="*/ 72428 w 1294714"/>
              <a:gd name="connsiteY6" fmla="*/ 252822 h 322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94714" h="3226232">
                <a:moveTo>
                  <a:pt x="0" y="2851166"/>
                </a:moveTo>
                <a:cubicBezTo>
                  <a:pt x="71673" y="2962825"/>
                  <a:pt x="143346" y="3074485"/>
                  <a:pt x="316871" y="3113717"/>
                </a:cubicBezTo>
                <a:cubicBezTo>
                  <a:pt x="490396" y="3152949"/>
                  <a:pt x="878186" y="3361178"/>
                  <a:pt x="1041148" y="3086556"/>
                </a:cubicBezTo>
                <a:cubicBezTo>
                  <a:pt x="1204111" y="2811934"/>
                  <a:pt x="1291628" y="1950346"/>
                  <a:pt x="1294646" y="1465986"/>
                </a:cubicBezTo>
                <a:cubicBezTo>
                  <a:pt x="1297664" y="981626"/>
                  <a:pt x="1201093" y="421820"/>
                  <a:pt x="1059255" y="180394"/>
                </a:cubicBezTo>
                <a:cubicBezTo>
                  <a:pt x="917417" y="-61032"/>
                  <a:pt x="608091" y="5360"/>
                  <a:pt x="443620" y="17431"/>
                </a:cubicBezTo>
                <a:cubicBezTo>
                  <a:pt x="279149" y="29502"/>
                  <a:pt x="175788" y="141162"/>
                  <a:pt x="72428" y="252822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4CDEE4D-E60B-12AA-D212-4019CB5C2D08}"/>
              </a:ext>
            </a:extLst>
          </p:cNvPr>
          <p:cNvSpPr txBox="1"/>
          <p:nvPr/>
        </p:nvSpPr>
        <p:spPr>
          <a:xfrm>
            <a:off x="5953853" y="1214623"/>
            <a:ext cx="618577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assume</a:t>
            </a:r>
            <a:r>
              <a:rPr lang="sv-SE" dirty="0"/>
              <a:t> no definitions </a:t>
            </a:r>
            <a:r>
              <a:rPr lang="sv-SE" dirty="0" err="1"/>
              <a:t>before</a:t>
            </a:r>
            <a:r>
              <a:rPr lang="sv-SE" dirty="0"/>
              <a:t> block B1. </a:t>
            </a:r>
          </a:p>
          <a:p>
            <a:endParaRPr lang="sv-SE" dirty="0"/>
          </a:p>
          <a:p>
            <a:r>
              <a:rPr lang="sv-SE" dirty="0"/>
              <a:t>IN[</a:t>
            </a:r>
            <a:r>
              <a:rPr lang="sv-SE" i="1" dirty="0"/>
              <a:t>B</a:t>
            </a:r>
            <a:r>
              <a:rPr lang="sv-SE" i="1" baseline="-25000" dirty="0"/>
              <a:t>2</a:t>
            </a:r>
            <a:r>
              <a:rPr lang="sv-SE" dirty="0"/>
              <a:t>] = OUT[</a:t>
            </a:r>
            <a:r>
              <a:rPr lang="sv-SE" i="1" dirty="0"/>
              <a:t>B</a:t>
            </a:r>
            <a:r>
              <a:rPr lang="sv-SE" i="1" baseline="-25000" dirty="0"/>
              <a:t>1</a:t>
            </a:r>
            <a:r>
              <a:rPr lang="sv-SE" dirty="0"/>
              <a:t>] ∪ OUT[</a:t>
            </a:r>
            <a:r>
              <a:rPr lang="sv-SE" i="1" dirty="0"/>
              <a:t>B</a:t>
            </a:r>
            <a:r>
              <a:rPr lang="sv-SE" i="1" baseline="-25000" dirty="0"/>
              <a:t>4</a:t>
            </a:r>
            <a:r>
              <a:rPr lang="sv-SE" dirty="0"/>
              <a:t>]</a:t>
            </a:r>
          </a:p>
          <a:p>
            <a:endParaRPr lang="sv-SE" dirty="0"/>
          </a:p>
          <a:p>
            <a:r>
              <a:rPr lang="sv-SE" dirty="0"/>
              <a:t>OUT[</a:t>
            </a:r>
            <a:r>
              <a:rPr lang="sv-SE" i="1" dirty="0"/>
              <a:t>B</a:t>
            </a:r>
            <a:r>
              <a:rPr lang="sv-SE" i="1" baseline="-25000" dirty="0"/>
              <a:t>1</a:t>
            </a:r>
            <a:r>
              <a:rPr lang="sv-SE" dirty="0"/>
              <a:t>] = gen</a:t>
            </a:r>
            <a:r>
              <a:rPr lang="sv-SE" i="1" baseline="-25000" dirty="0"/>
              <a:t>B</a:t>
            </a:r>
            <a:r>
              <a:rPr lang="sv-SE" baseline="-25000" dirty="0"/>
              <a:t>1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}</a:t>
            </a:r>
          </a:p>
          <a:p>
            <a:endParaRPr lang="sv-SE" dirty="0"/>
          </a:p>
          <a:p>
            <a:r>
              <a:rPr lang="sv-SE" dirty="0"/>
              <a:t>OUT[</a:t>
            </a:r>
            <a:r>
              <a:rPr lang="sv-SE" i="1" dirty="0"/>
              <a:t>B</a:t>
            </a:r>
            <a:r>
              <a:rPr lang="sv-SE" i="1" baseline="-25000" dirty="0"/>
              <a:t>4</a:t>
            </a:r>
            <a:r>
              <a:rPr lang="sv-SE" dirty="0"/>
              <a:t>] = gen</a:t>
            </a:r>
            <a:r>
              <a:rPr lang="sv-SE" i="1" baseline="-25000" dirty="0"/>
              <a:t>B</a:t>
            </a:r>
            <a:r>
              <a:rPr lang="sv-SE" baseline="-25000" dirty="0"/>
              <a:t>4</a:t>
            </a:r>
            <a:r>
              <a:rPr lang="sv-SE" dirty="0"/>
              <a:t> ∪ (IN[</a:t>
            </a:r>
            <a:r>
              <a:rPr lang="sv-SE" i="1" dirty="0"/>
              <a:t>B</a:t>
            </a:r>
            <a:r>
              <a:rPr lang="sv-SE" i="1" baseline="-25000" dirty="0"/>
              <a:t>4</a:t>
            </a:r>
            <a:r>
              <a:rPr lang="sv-SE" dirty="0"/>
              <a:t>] – kill</a:t>
            </a:r>
            <a:r>
              <a:rPr lang="sv-SE" i="1" baseline="-25000" dirty="0"/>
              <a:t>B</a:t>
            </a:r>
            <a:r>
              <a:rPr lang="sv-SE" baseline="-25000" dirty="0"/>
              <a:t>4</a:t>
            </a:r>
            <a:r>
              <a:rPr lang="sv-SE" dirty="0"/>
              <a:t>)</a:t>
            </a:r>
          </a:p>
          <a:p>
            <a:endParaRPr lang="sv-SE" dirty="0"/>
          </a:p>
          <a:p>
            <a:r>
              <a:rPr lang="sv-SE" dirty="0"/>
              <a:t>IN[</a:t>
            </a:r>
            <a:r>
              <a:rPr lang="sv-SE" i="1" dirty="0"/>
              <a:t>B</a:t>
            </a:r>
            <a:r>
              <a:rPr lang="sv-SE" i="1" baseline="-25000" dirty="0"/>
              <a:t>4</a:t>
            </a:r>
            <a:r>
              <a:rPr lang="sv-SE" dirty="0"/>
              <a:t>] = OUT[</a:t>
            </a:r>
            <a:r>
              <a:rPr lang="sv-SE" i="1" dirty="0"/>
              <a:t>B</a:t>
            </a:r>
            <a:r>
              <a:rPr lang="sv-SE" i="1" baseline="-25000" dirty="0"/>
              <a:t>3</a:t>
            </a:r>
            <a:r>
              <a:rPr lang="sv-SE" dirty="0"/>
              <a:t>] ∪ OUT[</a:t>
            </a:r>
            <a:r>
              <a:rPr lang="sv-SE" i="1" dirty="0"/>
              <a:t>B</a:t>
            </a:r>
            <a:r>
              <a:rPr lang="sv-SE" i="1" baseline="-25000" dirty="0"/>
              <a:t>2</a:t>
            </a:r>
            <a:r>
              <a:rPr lang="sv-SE" dirty="0"/>
              <a:t>] = OUT[</a:t>
            </a:r>
            <a:r>
              <a:rPr lang="sv-SE" i="1" dirty="0"/>
              <a:t>B</a:t>
            </a:r>
            <a:r>
              <a:rPr lang="sv-SE" i="1" baseline="-25000" dirty="0"/>
              <a:t>2</a:t>
            </a:r>
            <a:r>
              <a:rPr lang="sv-SE" dirty="0"/>
              <a:t>] + gen</a:t>
            </a:r>
            <a:r>
              <a:rPr lang="sv-SE" i="1" baseline="-25000" dirty="0"/>
              <a:t>B</a:t>
            </a:r>
            <a:r>
              <a:rPr lang="sv-SE" baseline="-25000" dirty="0"/>
              <a:t>3</a:t>
            </a:r>
            <a:r>
              <a:rPr lang="sv-SE" dirty="0"/>
              <a:t> - kill</a:t>
            </a:r>
            <a:r>
              <a:rPr lang="sv-SE" i="1" baseline="-25000" dirty="0"/>
              <a:t>B</a:t>
            </a:r>
            <a:r>
              <a:rPr lang="sv-SE" baseline="-25000" dirty="0"/>
              <a:t>3</a:t>
            </a:r>
            <a:endParaRPr lang="sv-SE" dirty="0"/>
          </a:p>
          <a:p>
            <a:endParaRPr lang="sv-SE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4510338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8B7E4-7C97-7D39-F77D-3478532C1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17E86-5447-BF1D-8695-D4E51592A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340"/>
            <a:ext cx="10515600" cy="1325563"/>
          </a:xfrm>
        </p:spPr>
        <p:txBody>
          <a:bodyPr/>
          <a:lstStyle/>
          <a:p>
            <a:r>
              <a:rPr lang="sv-SE" dirty="0" err="1"/>
              <a:t>Example</a:t>
            </a:r>
            <a:r>
              <a:rPr lang="sv-SE" dirty="0"/>
              <a:t>: </a:t>
            </a:r>
            <a:r>
              <a:rPr lang="sv-SE" dirty="0" err="1"/>
              <a:t>reaching</a:t>
            </a:r>
            <a:r>
              <a:rPr lang="sv-SE" dirty="0"/>
              <a:t> definitions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144343B-0D6A-6E82-D8FA-87070A9D62BC}"/>
              </a:ext>
            </a:extLst>
          </p:cNvPr>
          <p:cNvGrpSpPr/>
          <p:nvPr/>
        </p:nvGrpSpPr>
        <p:grpSpPr>
          <a:xfrm>
            <a:off x="1457075" y="1575464"/>
            <a:ext cx="1843693" cy="1004655"/>
            <a:chOff x="860611" y="573740"/>
            <a:chExt cx="1353671" cy="135269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DFABFB6-613A-FEC3-EF1D-4102E5B5C864}"/>
                </a:ext>
              </a:extLst>
            </p:cNvPr>
            <p:cNvSpPr txBox="1"/>
            <p:nvPr/>
          </p:nvSpPr>
          <p:spPr>
            <a:xfrm>
              <a:off x="860611" y="633328"/>
              <a:ext cx="1192307" cy="12335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i="1" dirty="0"/>
                <a:t>d</a:t>
              </a:r>
              <a:r>
                <a:rPr lang="sv-SE" baseline="-25000" dirty="0"/>
                <a:t>1</a:t>
              </a:r>
              <a:r>
                <a:rPr lang="sv-SE" dirty="0"/>
                <a:t>: i = m-1</a:t>
              </a:r>
            </a:p>
            <a:p>
              <a:r>
                <a:rPr lang="sv-SE" i="1" dirty="0"/>
                <a:t>d</a:t>
              </a:r>
              <a:r>
                <a:rPr lang="sv-SE" baseline="-25000" dirty="0"/>
                <a:t>2</a:t>
              </a:r>
              <a:r>
                <a:rPr lang="sv-SE" dirty="0"/>
                <a:t>: j = n</a:t>
              </a:r>
            </a:p>
            <a:p>
              <a:r>
                <a:rPr lang="sv-SE" i="1" dirty="0"/>
                <a:t>d</a:t>
              </a:r>
              <a:r>
                <a:rPr lang="sv-SE" baseline="-25000" dirty="0"/>
                <a:t>3</a:t>
              </a:r>
              <a:r>
                <a:rPr lang="sv-SE" dirty="0"/>
                <a:t>: a = u1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84B8A6B-E912-AC1C-86CA-6A2720601B63}"/>
                </a:ext>
              </a:extLst>
            </p:cNvPr>
            <p:cNvSpPr/>
            <p:nvPr/>
          </p:nvSpPr>
          <p:spPr>
            <a:xfrm>
              <a:off x="860611" y="573740"/>
              <a:ext cx="1353671" cy="13526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5317A466-0ED1-89BB-EABD-A6292F5FBC2E}"/>
              </a:ext>
            </a:extLst>
          </p:cNvPr>
          <p:cNvSpPr txBox="1"/>
          <p:nvPr/>
        </p:nvSpPr>
        <p:spPr>
          <a:xfrm>
            <a:off x="3425936" y="1569692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baseline="-250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EA1D88-601C-E63B-44DE-ECF2C62C39B7}"/>
              </a:ext>
            </a:extLst>
          </p:cNvPr>
          <p:cNvSpPr txBox="1"/>
          <p:nvPr/>
        </p:nvSpPr>
        <p:spPr>
          <a:xfrm>
            <a:off x="3425936" y="3002597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i="1" baseline="-25000" dirty="0"/>
              <a:t>2</a:t>
            </a:r>
            <a:endParaRPr lang="sv-SE" baseline="-25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B007F7-3865-854C-14F3-6120CDC35BEA}"/>
              </a:ext>
            </a:extLst>
          </p:cNvPr>
          <p:cNvSpPr txBox="1"/>
          <p:nvPr/>
        </p:nvSpPr>
        <p:spPr>
          <a:xfrm>
            <a:off x="1983702" y="4190999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baseline="-250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02E5DA-EE2A-5305-46C4-033B7B759FB8}"/>
              </a:ext>
            </a:extLst>
          </p:cNvPr>
          <p:cNvSpPr txBox="1"/>
          <p:nvPr/>
        </p:nvSpPr>
        <p:spPr>
          <a:xfrm>
            <a:off x="3425936" y="5139385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baseline="-25000" dirty="0"/>
              <a:t>4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4B3DBFB-EF6E-D33F-839F-C93FF95B8097}"/>
              </a:ext>
            </a:extLst>
          </p:cNvPr>
          <p:cNvGrpSpPr/>
          <p:nvPr/>
        </p:nvGrpSpPr>
        <p:grpSpPr>
          <a:xfrm>
            <a:off x="1457074" y="3002597"/>
            <a:ext cx="1843693" cy="691218"/>
            <a:chOff x="860611" y="573740"/>
            <a:chExt cx="1353671" cy="135269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0DB19E2-D7B2-4676-7C61-315B68CEFE3F}"/>
                </a:ext>
              </a:extLst>
            </p:cNvPr>
            <p:cNvSpPr txBox="1"/>
            <p:nvPr/>
          </p:nvSpPr>
          <p:spPr>
            <a:xfrm>
              <a:off x="860611" y="633328"/>
              <a:ext cx="1192307" cy="1264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i="1" dirty="0"/>
                <a:t>d</a:t>
              </a:r>
              <a:r>
                <a:rPr lang="sv-SE" baseline="-25000" dirty="0"/>
                <a:t>4</a:t>
              </a:r>
              <a:r>
                <a:rPr lang="sv-SE" dirty="0"/>
                <a:t>: i = i+1</a:t>
              </a:r>
            </a:p>
            <a:p>
              <a:r>
                <a:rPr lang="sv-SE" i="1" dirty="0"/>
                <a:t>d</a:t>
              </a:r>
              <a:r>
                <a:rPr lang="sv-SE" baseline="-25000" dirty="0"/>
                <a:t>5</a:t>
              </a:r>
              <a:r>
                <a:rPr lang="sv-SE" dirty="0"/>
                <a:t>: j = j-1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A42FA3B-B9BE-F11B-6B2B-60F36D84B2C4}"/>
                </a:ext>
              </a:extLst>
            </p:cNvPr>
            <p:cNvSpPr/>
            <p:nvPr/>
          </p:nvSpPr>
          <p:spPr>
            <a:xfrm>
              <a:off x="860611" y="573740"/>
              <a:ext cx="1353671" cy="13526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86A79CE-A69E-8991-42FF-CA5D74D2EA90}"/>
              </a:ext>
            </a:extLst>
          </p:cNvPr>
          <p:cNvGrpSpPr/>
          <p:nvPr/>
        </p:nvGrpSpPr>
        <p:grpSpPr>
          <a:xfrm>
            <a:off x="20076" y="4160550"/>
            <a:ext cx="1843694" cy="444686"/>
            <a:chOff x="860611" y="573740"/>
            <a:chExt cx="1353671" cy="87024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1303C71-99B4-0CF1-4B3C-6CE4B2CC764E}"/>
                </a:ext>
              </a:extLst>
            </p:cNvPr>
            <p:cNvSpPr txBox="1"/>
            <p:nvPr/>
          </p:nvSpPr>
          <p:spPr>
            <a:xfrm>
              <a:off x="860611" y="633328"/>
              <a:ext cx="1192307" cy="722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i="1" dirty="0"/>
                <a:t>d</a:t>
              </a:r>
              <a:r>
                <a:rPr lang="sv-SE" i="1" baseline="-25000" dirty="0"/>
                <a:t>6</a:t>
              </a:r>
              <a:r>
                <a:rPr lang="sv-SE" dirty="0"/>
                <a:t>: a = u2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BA7F584-77BD-DC83-68C7-AE8503AA5CF6}"/>
                </a:ext>
              </a:extLst>
            </p:cNvPr>
            <p:cNvSpPr/>
            <p:nvPr/>
          </p:nvSpPr>
          <p:spPr>
            <a:xfrm>
              <a:off x="860611" y="573740"/>
              <a:ext cx="1353671" cy="8702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2F8B8EF-23DA-EB1C-839D-1A0059B30A2E}"/>
              </a:ext>
            </a:extLst>
          </p:cNvPr>
          <p:cNvGrpSpPr/>
          <p:nvPr/>
        </p:nvGrpSpPr>
        <p:grpSpPr>
          <a:xfrm>
            <a:off x="1478394" y="5139385"/>
            <a:ext cx="1822373" cy="444686"/>
            <a:chOff x="860611" y="573740"/>
            <a:chExt cx="1353671" cy="87024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775802B-CFB6-4984-4133-18352C71FD69}"/>
                </a:ext>
              </a:extLst>
            </p:cNvPr>
            <p:cNvSpPr txBox="1"/>
            <p:nvPr/>
          </p:nvSpPr>
          <p:spPr>
            <a:xfrm>
              <a:off x="860611" y="633328"/>
              <a:ext cx="1192307" cy="722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i="1" dirty="0"/>
                <a:t>d</a:t>
              </a:r>
              <a:r>
                <a:rPr lang="sv-SE" i="1" baseline="-25000" dirty="0"/>
                <a:t>7</a:t>
              </a:r>
              <a:r>
                <a:rPr lang="sv-SE" dirty="0"/>
                <a:t>: i = u3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626DF0D-5EE2-9A05-67FD-F14964F45C0E}"/>
                </a:ext>
              </a:extLst>
            </p:cNvPr>
            <p:cNvSpPr/>
            <p:nvPr/>
          </p:nvSpPr>
          <p:spPr>
            <a:xfrm>
              <a:off x="860611" y="573740"/>
              <a:ext cx="1353671" cy="8702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7AE97B9-45B0-1723-35AF-6B3ADF853225}"/>
              </a:ext>
            </a:extLst>
          </p:cNvPr>
          <p:cNvCxnSpPr>
            <a:stCxn id="14" idx="2"/>
            <a:endCxn id="5" idx="0"/>
          </p:cNvCxnSpPr>
          <p:nvPr/>
        </p:nvCxnSpPr>
        <p:spPr>
          <a:xfrm flipH="1">
            <a:off x="2378921" y="2580119"/>
            <a:ext cx="1" cy="4224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90CA52A-586C-9085-5ED3-81C95C679CEB}"/>
              </a:ext>
            </a:extLst>
          </p:cNvPr>
          <p:cNvCxnSpPr>
            <a:endCxn id="14" idx="0"/>
          </p:cNvCxnSpPr>
          <p:nvPr/>
        </p:nvCxnSpPr>
        <p:spPr>
          <a:xfrm flipH="1">
            <a:off x="2378922" y="1330859"/>
            <a:ext cx="10658" cy="2446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80F636C-01FE-1199-9312-523172CC0A09}"/>
              </a:ext>
            </a:extLst>
          </p:cNvPr>
          <p:cNvCxnSpPr>
            <a:cxnSpLocks/>
          </p:cNvCxnSpPr>
          <p:nvPr/>
        </p:nvCxnSpPr>
        <p:spPr>
          <a:xfrm flipH="1">
            <a:off x="1457075" y="3688243"/>
            <a:ext cx="594314" cy="4464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F01A377-25BC-D964-E316-D507F9D21BD8}"/>
              </a:ext>
            </a:extLst>
          </p:cNvPr>
          <p:cNvCxnSpPr/>
          <p:nvPr/>
        </p:nvCxnSpPr>
        <p:spPr>
          <a:xfrm>
            <a:off x="2712292" y="3688243"/>
            <a:ext cx="0" cy="14511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24D2244-1A53-970B-713C-D396C4BF522B}"/>
              </a:ext>
            </a:extLst>
          </p:cNvPr>
          <p:cNvCxnSpPr/>
          <p:nvPr/>
        </p:nvCxnSpPr>
        <p:spPr>
          <a:xfrm>
            <a:off x="1478394" y="4605236"/>
            <a:ext cx="572995" cy="534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8F1E344-1AAA-2722-7BD2-7CEEF4847039}"/>
              </a:ext>
            </a:extLst>
          </p:cNvPr>
          <p:cNvCxnSpPr>
            <a:stCxn id="30" idx="2"/>
          </p:cNvCxnSpPr>
          <p:nvPr/>
        </p:nvCxnSpPr>
        <p:spPr>
          <a:xfrm flipH="1">
            <a:off x="2378920" y="5584071"/>
            <a:ext cx="10661" cy="3097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FB8FE9F9-F145-43F8-13B0-2AEECC7E0F67}"/>
              </a:ext>
            </a:extLst>
          </p:cNvPr>
          <p:cNvSpPr txBox="1"/>
          <p:nvPr/>
        </p:nvSpPr>
        <p:spPr>
          <a:xfrm>
            <a:off x="4097255" y="1728119"/>
            <a:ext cx="2226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1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}</a:t>
            </a:r>
          </a:p>
          <a:p>
            <a:r>
              <a:rPr lang="sv-SE" dirty="0"/>
              <a:t>kill</a:t>
            </a:r>
            <a:r>
              <a:rPr lang="sv-SE" i="1" baseline="-25000" dirty="0"/>
              <a:t>B</a:t>
            </a:r>
            <a:r>
              <a:rPr lang="sv-SE" baseline="-25000" dirty="0"/>
              <a:t>1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4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5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6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}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EE59EC4-77A5-DCB9-5EED-26E7D486EAB4}"/>
              </a:ext>
            </a:extLst>
          </p:cNvPr>
          <p:cNvSpPr txBox="1"/>
          <p:nvPr/>
        </p:nvSpPr>
        <p:spPr>
          <a:xfrm>
            <a:off x="4097255" y="2956842"/>
            <a:ext cx="18565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4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5</a:t>
            </a:r>
            <a:r>
              <a:rPr lang="sv-SE" dirty="0"/>
              <a:t>}</a:t>
            </a:r>
          </a:p>
          <a:p>
            <a:r>
              <a:rPr lang="sv-SE" dirty="0"/>
              <a:t>kill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}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2F69A23-B444-ED97-8BCA-EB6F93A2FEB2}"/>
              </a:ext>
            </a:extLst>
          </p:cNvPr>
          <p:cNvSpPr txBox="1"/>
          <p:nvPr/>
        </p:nvSpPr>
        <p:spPr>
          <a:xfrm>
            <a:off x="4097255" y="4026260"/>
            <a:ext cx="1282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3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6</a:t>
            </a:r>
            <a:r>
              <a:rPr lang="sv-SE" dirty="0"/>
              <a:t>}</a:t>
            </a:r>
          </a:p>
          <a:p>
            <a:r>
              <a:rPr lang="sv-SE" dirty="0"/>
              <a:t>kill</a:t>
            </a:r>
            <a:r>
              <a:rPr lang="sv-SE" i="1" baseline="-25000" dirty="0"/>
              <a:t>B</a:t>
            </a:r>
            <a:r>
              <a:rPr lang="sv-SE" baseline="-25000" dirty="0"/>
              <a:t>3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}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01275F9-C9BD-E6FE-1346-F52E068AE485}"/>
              </a:ext>
            </a:extLst>
          </p:cNvPr>
          <p:cNvSpPr txBox="1"/>
          <p:nvPr/>
        </p:nvSpPr>
        <p:spPr>
          <a:xfrm>
            <a:off x="4097255" y="4866596"/>
            <a:ext cx="15327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}</a:t>
            </a:r>
          </a:p>
          <a:p>
            <a:r>
              <a:rPr lang="sv-SE" dirty="0"/>
              <a:t>kill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4</a:t>
            </a:r>
            <a:r>
              <a:rPr lang="sv-SE" dirty="0"/>
              <a:t>}</a:t>
            </a: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2FF78C18-F0EF-0881-FB4D-6F9C8FAE8B3E}"/>
              </a:ext>
            </a:extLst>
          </p:cNvPr>
          <p:cNvSpPr/>
          <p:nvPr/>
        </p:nvSpPr>
        <p:spPr>
          <a:xfrm>
            <a:off x="2802827" y="2734822"/>
            <a:ext cx="1294714" cy="3226232"/>
          </a:xfrm>
          <a:custGeom>
            <a:avLst/>
            <a:gdLst>
              <a:gd name="connsiteX0" fmla="*/ 0 w 1294714"/>
              <a:gd name="connsiteY0" fmla="*/ 2851166 h 3226232"/>
              <a:gd name="connsiteX1" fmla="*/ 316871 w 1294714"/>
              <a:gd name="connsiteY1" fmla="*/ 3113717 h 3226232"/>
              <a:gd name="connsiteX2" fmla="*/ 1041148 w 1294714"/>
              <a:gd name="connsiteY2" fmla="*/ 3086556 h 3226232"/>
              <a:gd name="connsiteX3" fmla="*/ 1294646 w 1294714"/>
              <a:gd name="connsiteY3" fmla="*/ 1465986 h 3226232"/>
              <a:gd name="connsiteX4" fmla="*/ 1059255 w 1294714"/>
              <a:gd name="connsiteY4" fmla="*/ 180394 h 3226232"/>
              <a:gd name="connsiteX5" fmla="*/ 443620 w 1294714"/>
              <a:gd name="connsiteY5" fmla="*/ 17431 h 3226232"/>
              <a:gd name="connsiteX6" fmla="*/ 72428 w 1294714"/>
              <a:gd name="connsiteY6" fmla="*/ 252822 h 322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94714" h="3226232">
                <a:moveTo>
                  <a:pt x="0" y="2851166"/>
                </a:moveTo>
                <a:cubicBezTo>
                  <a:pt x="71673" y="2962825"/>
                  <a:pt x="143346" y="3074485"/>
                  <a:pt x="316871" y="3113717"/>
                </a:cubicBezTo>
                <a:cubicBezTo>
                  <a:pt x="490396" y="3152949"/>
                  <a:pt x="878186" y="3361178"/>
                  <a:pt x="1041148" y="3086556"/>
                </a:cubicBezTo>
                <a:cubicBezTo>
                  <a:pt x="1204111" y="2811934"/>
                  <a:pt x="1291628" y="1950346"/>
                  <a:pt x="1294646" y="1465986"/>
                </a:cubicBezTo>
                <a:cubicBezTo>
                  <a:pt x="1297664" y="981626"/>
                  <a:pt x="1201093" y="421820"/>
                  <a:pt x="1059255" y="180394"/>
                </a:cubicBezTo>
                <a:cubicBezTo>
                  <a:pt x="917417" y="-61032"/>
                  <a:pt x="608091" y="5360"/>
                  <a:pt x="443620" y="17431"/>
                </a:cubicBezTo>
                <a:cubicBezTo>
                  <a:pt x="279149" y="29502"/>
                  <a:pt x="175788" y="141162"/>
                  <a:pt x="72428" y="252822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6061729-67B1-72F1-0EF7-6193F000B63D}"/>
              </a:ext>
            </a:extLst>
          </p:cNvPr>
          <p:cNvSpPr txBox="1"/>
          <p:nvPr/>
        </p:nvSpPr>
        <p:spPr>
          <a:xfrm>
            <a:off x="5953853" y="1214623"/>
            <a:ext cx="618577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assume</a:t>
            </a:r>
            <a:r>
              <a:rPr lang="sv-SE" dirty="0"/>
              <a:t> no definitions </a:t>
            </a:r>
            <a:r>
              <a:rPr lang="sv-SE" dirty="0" err="1"/>
              <a:t>before</a:t>
            </a:r>
            <a:r>
              <a:rPr lang="sv-SE" dirty="0"/>
              <a:t> block B1. </a:t>
            </a:r>
          </a:p>
          <a:p>
            <a:endParaRPr lang="sv-SE" dirty="0"/>
          </a:p>
          <a:p>
            <a:r>
              <a:rPr lang="sv-SE" dirty="0"/>
              <a:t>IN[</a:t>
            </a:r>
            <a:r>
              <a:rPr lang="sv-SE" i="1" dirty="0"/>
              <a:t>B</a:t>
            </a:r>
            <a:r>
              <a:rPr lang="sv-SE" i="1" baseline="-25000" dirty="0"/>
              <a:t>2</a:t>
            </a:r>
            <a:r>
              <a:rPr lang="sv-SE" dirty="0"/>
              <a:t>] = OUT[</a:t>
            </a:r>
            <a:r>
              <a:rPr lang="sv-SE" i="1" dirty="0"/>
              <a:t>B</a:t>
            </a:r>
            <a:r>
              <a:rPr lang="sv-SE" i="1" baseline="-25000" dirty="0"/>
              <a:t>1</a:t>
            </a:r>
            <a:r>
              <a:rPr lang="sv-SE" dirty="0"/>
              <a:t>] ∪ OUT[</a:t>
            </a:r>
            <a:r>
              <a:rPr lang="sv-SE" i="1" dirty="0"/>
              <a:t>B</a:t>
            </a:r>
            <a:r>
              <a:rPr lang="sv-SE" i="1" baseline="-25000" dirty="0"/>
              <a:t>4</a:t>
            </a:r>
            <a:r>
              <a:rPr lang="sv-SE" dirty="0"/>
              <a:t>]</a:t>
            </a:r>
          </a:p>
          <a:p>
            <a:endParaRPr lang="sv-SE" dirty="0"/>
          </a:p>
          <a:p>
            <a:r>
              <a:rPr lang="sv-SE" dirty="0"/>
              <a:t>OUT[</a:t>
            </a:r>
            <a:r>
              <a:rPr lang="sv-SE" i="1" dirty="0"/>
              <a:t>B</a:t>
            </a:r>
            <a:r>
              <a:rPr lang="sv-SE" i="1" baseline="-25000" dirty="0"/>
              <a:t>1</a:t>
            </a:r>
            <a:r>
              <a:rPr lang="sv-SE" dirty="0"/>
              <a:t>] = gen</a:t>
            </a:r>
            <a:r>
              <a:rPr lang="sv-SE" i="1" baseline="-25000" dirty="0"/>
              <a:t>B</a:t>
            </a:r>
            <a:r>
              <a:rPr lang="sv-SE" baseline="-25000" dirty="0"/>
              <a:t>1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}</a:t>
            </a:r>
          </a:p>
          <a:p>
            <a:endParaRPr lang="sv-SE" dirty="0"/>
          </a:p>
          <a:p>
            <a:r>
              <a:rPr lang="sv-SE" dirty="0"/>
              <a:t>OUT[</a:t>
            </a:r>
            <a:r>
              <a:rPr lang="sv-SE" i="1" dirty="0"/>
              <a:t>B</a:t>
            </a:r>
            <a:r>
              <a:rPr lang="sv-SE" i="1" baseline="-25000" dirty="0"/>
              <a:t>4</a:t>
            </a:r>
            <a:r>
              <a:rPr lang="sv-SE" dirty="0"/>
              <a:t>] = gen</a:t>
            </a:r>
            <a:r>
              <a:rPr lang="sv-SE" i="1" baseline="-25000" dirty="0"/>
              <a:t>B</a:t>
            </a:r>
            <a:r>
              <a:rPr lang="sv-SE" baseline="-25000" dirty="0"/>
              <a:t>4</a:t>
            </a:r>
            <a:r>
              <a:rPr lang="sv-SE" dirty="0"/>
              <a:t> ∪ (IN[</a:t>
            </a:r>
            <a:r>
              <a:rPr lang="sv-SE" i="1" dirty="0"/>
              <a:t>B</a:t>
            </a:r>
            <a:r>
              <a:rPr lang="sv-SE" i="1" baseline="-25000" dirty="0"/>
              <a:t>4</a:t>
            </a:r>
            <a:r>
              <a:rPr lang="sv-SE" dirty="0"/>
              <a:t>] – kill</a:t>
            </a:r>
            <a:r>
              <a:rPr lang="sv-SE" i="1" baseline="-25000" dirty="0"/>
              <a:t>B</a:t>
            </a:r>
            <a:r>
              <a:rPr lang="sv-SE" baseline="-25000" dirty="0"/>
              <a:t>4</a:t>
            </a:r>
            <a:r>
              <a:rPr lang="sv-SE" dirty="0"/>
              <a:t>)</a:t>
            </a:r>
          </a:p>
          <a:p>
            <a:endParaRPr lang="sv-SE" dirty="0"/>
          </a:p>
          <a:p>
            <a:r>
              <a:rPr lang="sv-SE" dirty="0"/>
              <a:t>IN[</a:t>
            </a:r>
            <a:r>
              <a:rPr lang="sv-SE" i="1" dirty="0"/>
              <a:t>B</a:t>
            </a:r>
            <a:r>
              <a:rPr lang="sv-SE" i="1" baseline="-25000" dirty="0"/>
              <a:t>4</a:t>
            </a:r>
            <a:r>
              <a:rPr lang="sv-SE" dirty="0"/>
              <a:t>] = OUT[</a:t>
            </a:r>
            <a:r>
              <a:rPr lang="sv-SE" i="1" dirty="0"/>
              <a:t>B</a:t>
            </a:r>
            <a:r>
              <a:rPr lang="sv-SE" i="1" baseline="-25000" dirty="0"/>
              <a:t>3</a:t>
            </a:r>
            <a:r>
              <a:rPr lang="sv-SE" dirty="0"/>
              <a:t>] ∪ OUT[</a:t>
            </a:r>
            <a:r>
              <a:rPr lang="sv-SE" i="1" dirty="0"/>
              <a:t>B</a:t>
            </a:r>
            <a:r>
              <a:rPr lang="sv-SE" i="1" baseline="-25000" dirty="0"/>
              <a:t>2</a:t>
            </a:r>
            <a:r>
              <a:rPr lang="sv-SE" dirty="0"/>
              <a:t>] = OUT[</a:t>
            </a:r>
            <a:r>
              <a:rPr lang="sv-SE" i="1" dirty="0"/>
              <a:t>B</a:t>
            </a:r>
            <a:r>
              <a:rPr lang="sv-SE" i="1" baseline="-25000" dirty="0"/>
              <a:t>2</a:t>
            </a:r>
            <a:r>
              <a:rPr lang="sv-SE" dirty="0"/>
              <a:t>] + gen</a:t>
            </a:r>
            <a:r>
              <a:rPr lang="sv-SE" i="1" baseline="-25000" dirty="0"/>
              <a:t>B</a:t>
            </a:r>
            <a:r>
              <a:rPr lang="sv-SE" baseline="-25000" dirty="0"/>
              <a:t>3</a:t>
            </a:r>
            <a:r>
              <a:rPr lang="sv-SE" dirty="0"/>
              <a:t> - kill</a:t>
            </a:r>
            <a:r>
              <a:rPr lang="sv-SE" i="1" baseline="-25000" dirty="0"/>
              <a:t>B</a:t>
            </a:r>
            <a:r>
              <a:rPr lang="sv-SE" baseline="-25000" dirty="0"/>
              <a:t>3</a:t>
            </a:r>
            <a:endParaRPr lang="sv-SE" dirty="0"/>
          </a:p>
          <a:p>
            <a:endParaRPr lang="sv-SE" dirty="0"/>
          </a:p>
          <a:p>
            <a:r>
              <a:rPr lang="sv-SE" dirty="0"/>
              <a:t>OUT[</a:t>
            </a:r>
            <a:r>
              <a:rPr lang="sv-SE" i="1" dirty="0"/>
              <a:t>B</a:t>
            </a:r>
            <a:r>
              <a:rPr lang="sv-SE" i="1" baseline="-25000" dirty="0"/>
              <a:t>2</a:t>
            </a:r>
            <a:r>
              <a:rPr lang="sv-SE" dirty="0"/>
              <a:t>] = gen</a:t>
            </a:r>
            <a:r>
              <a:rPr lang="sv-SE" i="1" baseline="-25000" dirty="0"/>
              <a:t>B</a:t>
            </a:r>
            <a:r>
              <a:rPr lang="sv-SE" baseline="-25000" dirty="0"/>
              <a:t>2 </a:t>
            </a:r>
            <a:r>
              <a:rPr lang="sv-SE" dirty="0"/>
              <a:t>∪ (IN[</a:t>
            </a:r>
            <a:r>
              <a:rPr lang="sv-SE" i="1" dirty="0"/>
              <a:t>B</a:t>
            </a:r>
            <a:r>
              <a:rPr lang="sv-SE" i="1" baseline="-25000" dirty="0"/>
              <a:t>2</a:t>
            </a:r>
            <a:r>
              <a:rPr lang="sv-SE" dirty="0"/>
              <a:t>] – kill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)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5428395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117CA-8B47-E6C7-52C2-31E798882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95FE9-7914-72B2-8631-0857C4446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340"/>
            <a:ext cx="10515600" cy="1325563"/>
          </a:xfrm>
        </p:spPr>
        <p:txBody>
          <a:bodyPr/>
          <a:lstStyle/>
          <a:p>
            <a:r>
              <a:rPr lang="sv-SE" dirty="0" err="1"/>
              <a:t>Example</a:t>
            </a:r>
            <a:r>
              <a:rPr lang="sv-SE" dirty="0"/>
              <a:t>: </a:t>
            </a:r>
            <a:r>
              <a:rPr lang="sv-SE" dirty="0" err="1"/>
              <a:t>reaching</a:t>
            </a:r>
            <a:r>
              <a:rPr lang="sv-SE" dirty="0"/>
              <a:t> definitions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0AA28D-7706-6763-2DF9-F1CE81722031}"/>
              </a:ext>
            </a:extLst>
          </p:cNvPr>
          <p:cNvGrpSpPr/>
          <p:nvPr/>
        </p:nvGrpSpPr>
        <p:grpSpPr>
          <a:xfrm>
            <a:off x="1457075" y="1575464"/>
            <a:ext cx="1843693" cy="1004655"/>
            <a:chOff x="860611" y="573740"/>
            <a:chExt cx="1353671" cy="135269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6C4711B-9DC9-0F05-CA68-19F72A167E77}"/>
                </a:ext>
              </a:extLst>
            </p:cNvPr>
            <p:cNvSpPr txBox="1"/>
            <p:nvPr/>
          </p:nvSpPr>
          <p:spPr>
            <a:xfrm>
              <a:off x="860611" y="633328"/>
              <a:ext cx="1192307" cy="12335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i="1" dirty="0"/>
                <a:t>d</a:t>
              </a:r>
              <a:r>
                <a:rPr lang="sv-SE" baseline="-25000" dirty="0"/>
                <a:t>1</a:t>
              </a:r>
              <a:r>
                <a:rPr lang="sv-SE" dirty="0"/>
                <a:t>: i = m-1</a:t>
              </a:r>
            </a:p>
            <a:p>
              <a:r>
                <a:rPr lang="sv-SE" i="1" dirty="0"/>
                <a:t>d</a:t>
              </a:r>
              <a:r>
                <a:rPr lang="sv-SE" baseline="-25000" dirty="0"/>
                <a:t>2</a:t>
              </a:r>
              <a:r>
                <a:rPr lang="sv-SE" dirty="0"/>
                <a:t>: j = n</a:t>
              </a:r>
            </a:p>
            <a:p>
              <a:r>
                <a:rPr lang="sv-SE" i="1" dirty="0"/>
                <a:t>d</a:t>
              </a:r>
              <a:r>
                <a:rPr lang="sv-SE" baseline="-25000" dirty="0"/>
                <a:t>3</a:t>
              </a:r>
              <a:r>
                <a:rPr lang="sv-SE" dirty="0"/>
                <a:t>: a = u1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5D0EC3-429D-1035-615E-8BA81D90633D}"/>
                </a:ext>
              </a:extLst>
            </p:cNvPr>
            <p:cNvSpPr/>
            <p:nvPr/>
          </p:nvSpPr>
          <p:spPr>
            <a:xfrm>
              <a:off x="860611" y="573740"/>
              <a:ext cx="1353671" cy="13526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DA8BAC6B-AAE5-9C6B-F95E-26EC4526BBAB}"/>
              </a:ext>
            </a:extLst>
          </p:cNvPr>
          <p:cNvSpPr txBox="1"/>
          <p:nvPr/>
        </p:nvSpPr>
        <p:spPr>
          <a:xfrm>
            <a:off x="3425936" y="1569692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baseline="-250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7C1694-65E2-6EBD-041B-1202D90207CD}"/>
              </a:ext>
            </a:extLst>
          </p:cNvPr>
          <p:cNvSpPr txBox="1"/>
          <p:nvPr/>
        </p:nvSpPr>
        <p:spPr>
          <a:xfrm>
            <a:off x="3425936" y="3002597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i="1" baseline="-25000" dirty="0"/>
              <a:t>2</a:t>
            </a:r>
            <a:endParaRPr lang="sv-SE" baseline="-25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8C5F7B3-38EB-EC98-19E1-0DD8279175B0}"/>
              </a:ext>
            </a:extLst>
          </p:cNvPr>
          <p:cNvSpPr txBox="1"/>
          <p:nvPr/>
        </p:nvSpPr>
        <p:spPr>
          <a:xfrm>
            <a:off x="1983702" y="4190999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baseline="-250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84BEF9F-7EF3-FC06-9B74-F58178714E29}"/>
              </a:ext>
            </a:extLst>
          </p:cNvPr>
          <p:cNvSpPr txBox="1"/>
          <p:nvPr/>
        </p:nvSpPr>
        <p:spPr>
          <a:xfrm>
            <a:off x="3425936" y="5139385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baseline="-25000" dirty="0"/>
              <a:t>4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76B779E-EF11-B415-6CCB-23F544E2C53C}"/>
              </a:ext>
            </a:extLst>
          </p:cNvPr>
          <p:cNvGrpSpPr/>
          <p:nvPr/>
        </p:nvGrpSpPr>
        <p:grpSpPr>
          <a:xfrm>
            <a:off x="1457074" y="3002597"/>
            <a:ext cx="1843693" cy="691218"/>
            <a:chOff x="860611" y="573740"/>
            <a:chExt cx="1353671" cy="135269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4F329F4-2DB6-697D-E1F4-993BD829BD50}"/>
                </a:ext>
              </a:extLst>
            </p:cNvPr>
            <p:cNvSpPr txBox="1"/>
            <p:nvPr/>
          </p:nvSpPr>
          <p:spPr>
            <a:xfrm>
              <a:off x="860611" y="633328"/>
              <a:ext cx="1192307" cy="1264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i="1" dirty="0"/>
                <a:t>d</a:t>
              </a:r>
              <a:r>
                <a:rPr lang="sv-SE" baseline="-25000" dirty="0"/>
                <a:t>4</a:t>
              </a:r>
              <a:r>
                <a:rPr lang="sv-SE" dirty="0"/>
                <a:t>: i = i+1</a:t>
              </a:r>
            </a:p>
            <a:p>
              <a:r>
                <a:rPr lang="sv-SE" i="1" dirty="0"/>
                <a:t>d</a:t>
              </a:r>
              <a:r>
                <a:rPr lang="sv-SE" baseline="-25000" dirty="0"/>
                <a:t>5</a:t>
              </a:r>
              <a:r>
                <a:rPr lang="sv-SE" dirty="0"/>
                <a:t>: j = j-1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D16CD0E-11D3-E862-9E65-1350F6D7438E}"/>
                </a:ext>
              </a:extLst>
            </p:cNvPr>
            <p:cNvSpPr/>
            <p:nvPr/>
          </p:nvSpPr>
          <p:spPr>
            <a:xfrm>
              <a:off x="860611" y="573740"/>
              <a:ext cx="1353671" cy="13526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1DB15BA-BD80-F3EA-D665-B88F23CD6F0B}"/>
              </a:ext>
            </a:extLst>
          </p:cNvPr>
          <p:cNvGrpSpPr/>
          <p:nvPr/>
        </p:nvGrpSpPr>
        <p:grpSpPr>
          <a:xfrm>
            <a:off x="20076" y="4160550"/>
            <a:ext cx="1843694" cy="444686"/>
            <a:chOff x="860611" y="573740"/>
            <a:chExt cx="1353671" cy="87024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C0B3905-E4EC-84BA-32BB-13504EC0C85A}"/>
                </a:ext>
              </a:extLst>
            </p:cNvPr>
            <p:cNvSpPr txBox="1"/>
            <p:nvPr/>
          </p:nvSpPr>
          <p:spPr>
            <a:xfrm>
              <a:off x="860611" y="633328"/>
              <a:ext cx="1192307" cy="722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i="1" dirty="0"/>
                <a:t>d</a:t>
              </a:r>
              <a:r>
                <a:rPr lang="sv-SE" i="1" baseline="-25000" dirty="0"/>
                <a:t>6</a:t>
              </a:r>
              <a:r>
                <a:rPr lang="sv-SE" dirty="0"/>
                <a:t>: a = u2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2F809AF-35C4-7726-10A7-7AB3CB20034E}"/>
                </a:ext>
              </a:extLst>
            </p:cNvPr>
            <p:cNvSpPr/>
            <p:nvPr/>
          </p:nvSpPr>
          <p:spPr>
            <a:xfrm>
              <a:off x="860611" y="573740"/>
              <a:ext cx="1353671" cy="8702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B64C9BB-50BD-E289-D483-E2F44C34FFE8}"/>
              </a:ext>
            </a:extLst>
          </p:cNvPr>
          <p:cNvGrpSpPr/>
          <p:nvPr/>
        </p:nvGrpSpPr>
        <p:grpSpPr>
          <a:xfrm>
            <a:off x="1478394" y="5139385"/>
            <a:ext cx="1822373" cy="444686"/>
            <a:chOff x="860611" y="573740"/>
            <a:chExt cx="1353671" cy="87024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22A84A0-03A7-D12A-D262-F6B89F2DD513}"/>
                </a:ext>
              </a:extLst>
            </p:cNvPr>
            <p:cNvSpPr txBox="1"/>
            <p:nvPr/>
          </p:nvSpPr>
          <p:spPr>
            <a:xfrm>
              <a:off x="860611" y="633328"/>
              <a:ext cx="1192307" cy="722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i="1" dirty="0"/>
                <a:t>d</a:t>
              </a:r>
              <a:r>
                <a:rPr lang="sv-SE" i="1" baseline="-25000" dirty="0"/>
                <a:t>7</a:t>
              </a:r>
              <a:r>
                <a:rPr lang="sv-SE" dirty="0"/>
                <a:t>: i = u3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A983A7A-DC82-3257-0ABA-8CAA6C743F18}"/>
                </a:ext>
              </a:extLst>
            </p:cNvPr>
            <p:cNvSpPr/>
            <p:nvPr/>
          </p:nvSpPr>
          <p:spPr>
            <a:xfrm>
              <a:off x="860611" y="573740"/>
              <a:ext cx="1353671" cy="8702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78794F5-EDDB-32E6-763F-DEA30EC46E5D}"/>
              </a:ext>
            </a:extLst>
          </p:cNvPr>
          <p:cNvCxnSpPr>
            <a:stCxn id="14" idx="2"/>
            <a:endCxn id="5" idx="0"/>
          </p:cNvCxnSpPr>
          <p:nvPr/>
        </p:nvCxnSpPr>
        <p:spPr>
          <a:xfrm flipH="1">
            <a:off x="2378921" y="2580119"/>
            <a:ext cx="1" cy="4224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39DD6B6-E099-4E46-B7B8-01214F6AE1A8}"/>
              </a:ext>
            </a:extLst>
          </p:cNvPr>
          <p:cNvCxnSpPr>
            <a:endCxn id="14" idx="0"/>
          </p:cNvCxnSpPr>
          <p:nvPr/>
        </p:nvCxnSpPr>
        <p:spPr>
          <a:xfrm flipH="1">
            <a:off x="2378922" y="1330859"/>
            <a:ext cx="10658" cy="2446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8069D92-23F2-F43A-B66C-79397BF3B19C}"/>
              </a:ext>
            </a:extLst>
          </p:cNvPr>
          <p:cNvCxnSpPr>
            <a:cxnSpLocks/>
          </p:cNvCxnSpPr>
          <p:nvPr/>
        </p:nvCxnSpPr>
        <p:spPr>
          <a:xfrm flipH="1">
            <a:off x="1457075" y="3688243"/>
            <a:ext cx="594314" cy="4464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36D17BE-9CBA-1BCA-2466-4B6B16960D22}"/>
              </a:ext>
            </a:extLst>
          </p:cNvPr>
          <p:cNvCxnSpPr/>
          <p:nvPr/>
        </p:nvCxnSpPr>
        <p:spPr>
          <a:xfrm>
            <a:off x="2712292" y="3688243"/>
            <a:ext cx="0" cy="14511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A8EE3CD-95A8-3413-24DA-4DC1EEDF8475}"/>
              </a:ext>
            </a:extLst>
          </p:cNvPr>
          <p:cNvCxnSpPr/>
          <p:nvPr/>
        </p:nvCxnSpPr>
        <p:spPr>
          <a:xfrm>
            <a:off x="1478394" y="4605236"/>
            <a:ext cx="572995" cy="534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D313EFA-28F9-9170-0BBF-A6E8C0ECE309}"/>
              </a:ext>
            </a:extLst>
          </p:cNvPr>
          <p:cNvCxnSpPr>
            <a:stCxn id="30" idx="2"/>
          </p:cNvCxnSpPr>
          <p:nvPr/>
        </p:nvCxnSpPr>
        <p:spPr>
          <a:xfrm flipH="1">
            <a:off x="2378920" y="5584071"/>
            <a:ext cx="10661" cy="3097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135F8D0-8A47-D617-9889-C6525536FDBB}"/>
              </a:ext>
            </a:extLst>
          </p:cNvPr>
          <p:cNvSpPr txBox="1"/>
          <p:nvPr/>
        </p:nvSpPr>
        <p:spPr>
          <a:xfrm>
            <a:off x="4097255" y="1728119"/>
            <a:ext cx="2226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1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}</a:t>
            </a:r>
          </a:p>
          <a:p>
            <a:r>
              <a:rPr lang="sv-SE" dirty="0"/>
              <a:t>kill</a:t>
            </a:r>
            <a:r>
              <a:rPr lang="sv-SE" i="1" baseline="-25000" dirty="0"/>
              <a:t>B</a:t>
            </a:r>
            <a:r>
              <a:rPr lang="sv-SE" baseline="-25000" dirty="0"/>
              <a:t>1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4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5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6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}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7C6B72A-CBDC-B04C-A6D2-5BAE775BC87D}"/>
              </a:ext>
            </a:extLst>
          </p:cNvPr>
          <p:cNvSpPr txBox="1"/>
          <p:nvPr/>
        </p:nvSpPr>
        <p:spPr>
          <a:xfrm>
            <a:off x="4097255" y="2956842"/>
            <a:ext cx="18565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4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5</a:t>
            </a:r>
            <a:r>
              <a:rPr lang="sv-SE" dirty="0"/>
              <a:t>}</a:t>
            </a:r>
          </a:p>
          <a:p>
            <a:r>
              <a:rPr lang="sv-SE" dirty="0"/>
              <a:t>kill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}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1104235-A4B6-308C-7964-D97702D721FB}"/>
              </a:ext>
            </a:extLst>
          </p:cNvPr>
          <p:cNvSpPr txBox="1"/>
          <p:nvPr/>
        </p:nvSpPr>
        <p:spPr>
          <a:xfrm>
            <a:off x="4097255" y="4026260"/>
            <a:ext cx="1282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3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6</a:t>
            </a:r>
            <a:r>
              <a:rPr lang="sv-SE" dirty="0"/>
              <a:t>}</a:t>
            </a:r>
          </a:p>
          <a:p>
            <a:r>
              <a:rPr lang="sv-SE" dirty="0"/>
              <a:t>kill</a:t>
            </a:r>
            <a:r>
              <a:rPr lang="sv-SE" i="1" baseline="-25000" dirty="0"/>
              <a:t>B</a:t>
            </a:r>
            <a:r>
              <a:rPr lang="sv-SE" baseline="-25000" dirty="0"/>
              <a:t>3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}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FBDFABC-1B8D-F562-4DC0-EDEF84B46AE1}"/>
              </a:ext>
            </a:extLst>
          </p:cNvPr>
          <p:cNvSpPr txBox="1"/>
          <p:nvPr/>
        </p:nvSpPr>
        <p:spPr>
          <a:xfrm>
            <a:off x="4097255" y="4866596"/>
            <a:ext cx="15327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}</a:t>
            </a:r>
          </a:p>
          <a:p>
            <a:r>
              <a:rPr lang="sv-SE" dirty="0"/>
              <a:t>kill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4</a:t>
            </a:r>
            <a:r>
              <a:rPr lang="sv-SE" dirty="0"/>
              <a:t>}</a:t>
            </a: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4089D67E-4D44-1C72-83D2-5D545FDA002D}"/>
              </a:ext>
            </a:extLst>
          </p:cNvPr>
          <p:cNvSpPr/>
          <p:nvPr/>
        </p:nvSpPr>
        <p:spPr>
          <a:xfrm>
            <a:off x="2802827" y="2734822"/>
            <a:ext cx="1294714" cy="3226232"/>
          </a:xfrm>
          <a:custGeom>
            <a:avLst/>
            <a:gdLst>
              <a:gd name="connsiteX0" fmla="*/ 0 w 1294714"/>
              <a:gd name="connsiteY0" fmla="*/ 2851166 h 3226232"/>
              <a:gd name="connsiteX1" fmla="*/ 316871 w 1294714"/>
              <a:gd name="connsiteY1" fmla="*/ 3113717 h 3226232"/>
              <a:gd name="connsiteX2" fmla="*/ 1041148 w 1294714"/>
              <a:gd name="connsiteY2" fmla="*/ 3086556 h 3226232"/>
              <a:gd name="connsiteX3" fmla="*/ 1294646 w 1294714"/>
              <a:gd name="connsiteY3" fmla="*/ 1465986 h 3226232"/>
              <a:gd name="connsiteX4" fmla="*/ 1059255 w 1294714"/>
              <a:gd name="connsiteY4" fmla="*/ 180394 h 3226232"/>
              <a:gd name="connsiteX5" fmla="*/ 443620 w 1294714"/>
              <a:gd name="connsiteY5" fmla="*/ 17431 h 3226232"/>
              <a:gd name="connsiteX6" fmla="*/ 72428 w 1294714"/>
              <a:gd name="connsiteY6" fmla="*/ 252822 h 322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94714" h="3226232">
                <a:moveTo>
                  <a:pt x="0" y="2851166"/>
                </a:moveTo>
                <a:cubicBezTo>
                  <a:pt x="71673" y="2962825"/>
                  <a:pt x="143346" y="3074485"/>
                  <a:pt x="316871" y="3113717"/>
                </a:cubicBezTo>
                <a:cubicBezTo>
                  <a:pt x="490396" y="3152949"/>
                  <a:pt x="878186" y="3361178"/>
                  <a:pt x="1041148" y="3086556"/>
                </a:cubicBezTo>
                <a:cubicBezTo>
                  <a:pt x="1204111" y="2811934"/>
                  <a:pt x="1291628" y="1950346"/>
                  <a:pt x="1294646" y="1465986"/>
                </a:cubicBezTo>
                <a:cubicBezTo>
                  <a:pt x="1297664" y="981626"/>
                  <a:pt x="1201093" y="421820"/>
                  <a:pt x="1059255" y="180394"/>
                </a:cubicBezTo>
                <a:cubicBezTo>
                  <a:pt x="917417" y="-61032"/>
                  <a:pt x="608091" y="5360"/>
                  <a:pt x="443620" y="17431"/>
                </a:cubicBezTo>
                <a:cubicBezTo>
                  <a:pt x="279149" y="29502"/>
                  <a:pt x="175788" y="141162"/>
                  <a:pt x="72428" y="252822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236EC8F-1A58-0A05-368F-E6F1D1264B1F}"/>
              </a:ext>
            </a:extLst>
          </p:cNvPr>
          <p:cNvSpPr txBox="1"/>
          <p:nvPr/>
        </p:nvSpPr>
        <p:spPr>
          <a:xfrm>
            <a:off x="5953853" y="1214623"/>
            <a:ext cx="618577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assume</a:t>
            </a:r>
            <a:r>
              <a:rPr lang="sv-SE" dirty="0"/>
              <a:t> no definitions </a:t>
            </a:r>
            <a:r>
              <a:rPr lang="sv-SE" dirty="0" err="1"/>
              <a:t>before</a:t>
            </a:r>
            <a:r>
              <a:rPr lang="sv-SE" dirty="0"/>
              <a:t> block B1. </a:t>
            </a:r>
          </a:p>
          <a:p>
            <a:endParaRPr lang="sv-SE" dirty="0"/>
          </a:p>
          <a:p>
            <a:r>
              <a:rPr lang="sv-SE" dirty="0"/>
              <a:t>IN[</a:t>
            </a:r>
            <a:r>
              <a:rPr lang="sv-SE" i="1" dirty="0"/>
              <a:t>B</a:t>
            </a:r>
            <a:r>
              <a:rPr lang="sv-SE" i="1" baseline="-25000" dirty="0"/>
              <a:t>2</a:t>
            </a:r>
            <a:r>
              <a:rPr lang="sv-SE" dirty="0"/>
              <a:t>] = OUT[</a:t>
            </a:r>
            <a:r>
              <a:rPr lang="sv-SE" i="1" dirty="0"/>
              <a:t>B</a:t>
            </a:r>
            <a:r>
              <a:rPr lang="sv-SE" i="1" baseline="-25000" dirty="0"/>
              <a:t>1</a:t>
            </a:r>
            <a:r>
              <a:rPr lang="sv-SE" dirty="0"/>
              <a:t>] ∪ OUT[</a:t>
            </a:r>
            <a:r>
              <a:rPr lang="sv-SE" i="1" dirty="0"/>
              <a:t>B</a:t>
            </a:r>
            <a:r>
              <a:rPr lang="sv-SE" i="1" baseline="-25000" dirty="0"/>
              <a:t>4</a:t>
            </a:r>
            <a:r>
              <a:rPr lang="sv-SE" dirty="0"/>
              <a:t>]</a:t>
            </a:r>
          </a:p>
          <a:p>
            <a:endParaRPr lang="sv-SE" dirty="0"/>
          </a:p>
          <a:p>
            <a:r>
              <a:rPr lang="sv-SE" dirty="0"/>
              <a:t>OUT[</a:t>
            </a:r>
            <a:r>
              <a:rPr lang="sv-SE" i="1" dirty="0"/>
              <a:t>B</a:t>
            </a:r>
            <a:r>
              <a:rPr lang="sv-SE" i="1" baseline="-25000" dirty="0"/>
              <a:t>1</a:t>
            </a:r>
            <a:r>
              <a:rPr lang="sv-SE" dirty="0"/>
              <a:t>] = gen</a:t>
            </a:r>
            <a:r>
              <a:rPr lang="sv-SE" i="1" baseline="-25000" dirty="0"/>
              <a:t>B</a:t>
            </a:r>
            <a:r>
              <a:rPr lang="sv-SE" baseline="-25000" dirty="0"/>
              <a:t>1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}</a:t>
            </a:r>
          </a:p>
          <a:p>
            <a:endParaRPr lang="sv-SE" dirty="0"/>
          </a:p>
          <a:p>
            <a:r>
              <a:rPr lang="sv-SE" dirty="0"/>
              <a:t>OUT[</a:t>
            </a:r>
            <a:r>
              <a:rPr lang="sv-SE" i="1" dirty="0"/>
              <a:t>B</a:t>
            </a:r>
            <a:r>
              <a:rPr lang="sv-SE" i="1" baseline="-25000" dirty="0"/>
              <a:t>4</a:t>
            </a:r>
            <a:r>
              <a:rPr lang="sv-SE" dirty="0"/>
              <a:t>] = gen</a:t>
            </a:r>
            <a:r>
              <a:rPr lang="sv-SE" i="1" baseline="-25000" dirty="0"/>
              <a:t>B</a:t>
            </a:r>
            <a:r>
              <a:rPr lang="sv-SE" baseline="-25000" dirty="0"/>
              <a:t>4</a:t>
            </a:r>
            <a:r>
              <a:rPr lang="sv-SE" dirty="0"/>
              <a:t> ∪ (IN[</a:t>
            </a:r>
            <a:r>
              <a:rPr lang="sv-SE" i="1" dirty="0"/>
              <a:t>B</a:t>
            </a:r>
            <a:r>
              <a:rPr lang="sv-SE" i="1" baseline="-25000" dirty="0"/>
              <a:t>4</a:t>
            </a:r>
            <a:r>
              <a:rPr lang="sv-SE" dirty="0"/>
              <a:t>] – kill</a:t>
            </a:r>
            <a:r>
              <a:rPr lang="sv-SE" i="1" baseline="-25000" dirty="0"/>
              <a:t>B</a:t>
            </a:r>
            <a:r>
              <a:rPr lang="sv-SE" baseline="-25000" dirty="0"/>
              <a:t>4</a:t>
            </a:r>
            <a:r>
              <a:rPr lang="sv-SE" dirty="0"/>
              <a:t>)</a:t>
            </a:r>
          </a:p>
          <a:p>
            <a:endParaRPr lang="sv-SE" dirty="0"/>
          </a:p>
          <a:p>
            <a:r>
              <a:rPr lang="sv-SE" dirty="0"/>
              <a:t>IN[</a:t>
            </a:r>
            <a:r>
              <a:rPr lang="sv-SE" i="1" dirty="0"/>
              <a:t>B</a:t>
            </a:r>
            <a:r>
              <a:rPr lang="sv-SE" i="1" baseline="-25000" dirty="0"/>
              <a:t>4</a:t>
            </a:r>
            <a:r>
              <a:rPr lang="sv-SE" dirty="0"/>
              <a:t>] = OUT[</a:t>
            </a:r>
            <a:r>
              <a:rPr lang="sv-SE" i="1" dirty="0"/>
              <a:t>B</a:t>
            </a:r>
            <a:r>
              <a:rPr lang="sv-SE" i="1" baseline="-25000" dirty="0"/>
              <a:t>3</a:t>
            </a:r>
            <a:r>
              <a:rPr lang="sv-SE" dirty="0"/>
              <a:t>] ∪ OUT[</a:t>
            </a:r>
            <a:r>
              <a:rPr lang="sv-SE" i="1" dirty="0"/>
              <a:t>B</a:t>
            </a:r>
            <a:r>
              <a:rPr lang="sv-SE" i="1" baseline="-25000" dirty="0"/>
              <a:t>2</a:t>
            </a:r>
            <a:r>
              <a:rPr lang="sv-SE" dirty="0"/>
              <a:t>] = OUT[</a:t>
            </a:r>
            <a:r>
              <a:rPr lang="sv-SE" i="1" dirty="0"/>
              <a:t>B</a:t>
            </a:r>
            <a:r>
              <a:rPr lang="sv-SE" i="1" baseline="-25000" dirty="0"/>
              <a:t>2</a:t>
            </a:r>
            <a:r>
              <a:rPr lang="sv-SE" dirty="0"/>
              <a:t>] + gen</a:t>
            </a:r>
            <a:r>
              <a:rPr lang="sv-SE" i="1" baseline="-25000" dirty="0"/>
              <a:t>B</a:t>
            </a:r>
            <a:r>
              <a:rPr lang="sv-SE" baseline="-25000" dirty="0"/>
              <a:t>3</a:t>
            </a:r>
            <a:r>
              <a:rPr lang="sv-SE" dirty="0"/>
              <a:t> - kill</a:t>
            </a:r>
            <a:r>
              <a:rPr lang="sv-SE" i="1" baseline="-25000" dirty="0"/>
              <a:t>B</a:t>
            </a:r>
            <a:r>
              <a:rPr lang="sv-SE" baseline="-25000" dirty="0"/>
              <a:t>3</a:t>
            </a:r>
            <a:endParaRPr lang="sv-SE" dirty="0"/>
          </a:p>
          <a:p>
            <a:endParaRPr lang="sv-SE" dirty="0"/>
          </a:p>
          <a:p>
            <a:r>
              <a:rPr lang="sv-SE" dirty="0"/>
              <a:t>OUT[</a:t>
            </a:r>
            <a:r>
              <a:rPr lang="sv-SE" i="1" dirty="0"/>
              <a:t>B</a:t>
            </a:r>
            <a:r>
              <a:rPr lang="sv-SE" i="1" baseline="-25000" dirty="0"/>
              <a:t>2</a:t>
            </a:r>
            <a:r>
              <a:rPr lang="sv-SE" dirty="0"/>
              <a:t>] = gen</a:t>
            </a:r>
            <a:r>
              <a:rPr lang="sv-SE" i="1" baseline="-25000" dirty="0"/>
              <a:t>B</a:t>
            </a:r>
            <a:r>
              <a:rPr lang="sv-SE" baseline="-25000" dirty="0"/>
              <a:t>2 </a:t>
            </a:r>
            <a:r>
              <a:rPr lang="sv-SE" dirty="0"/>
              <a:t>∪ (IN[</a:t>
            </a:r>
            <a:r>
              <a:rPr lang="sv-SE" i="1" dirty="0"/>
              <a:t>B</a:t>
            </a:r>
            <a:r>
              <a:rPr lang="sv-SE" i="1" baseline="-25000" dirty="0"/>
              <a:t>2</a:t>
            </a:r>
            <a:r>
              <a:rPr lang="sv-SE" dirty="0"/>
              <a:t>] – kill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)</a:t>
            </a:r>
          </a:p>
          <a:p>
            <a:endParaRPr lang="sv-SE" dirty="0"/>
          </a:p>
          <a:p>
            <a:r>
              <a:rPr lang="sv-SE" dirty="0"/>
              <a:t>IN[</a:t>
            </a:r>
            <a:r>
              <a:rPr lang="sv-SE" i="1" dirty="0"/>
              <a:t>B</a:t>
            </a:r>
            <a:r>
              <a:rPr lang="sv-SE" i="1" baseline="-25000" dirty="0"/>
              <a:t>2</a:t>
            </a:r>
            <a:r>
              <a:rPr lang="sv-SE" dirty="0"/>
              <a:t>] = gen</a:t>
            </a:r>
            <a:r>
              <a:rPr lang="sv-SE" i="1" baseline="-25000" dirty="0"/>
              <a:t>B</a:t>
            </a:r>
            <a:r>
              <a:rPr lang="sv-SE" baseline="-25000" dirty="0"/>
              <a:t>1 </a:t>
            </a:r>
            <a:r>
              <a:rPr lang="sv-SE" dirty="0"/>
              <a:t>∪ gen</a:t>
            </a:r>
            <a:r>
              <a:rPr lang="sv-SE" i="1" baseline="-25000" dirty="0"/>
              <a:t>B</a:t>
            </a:r>
            <a:r>
              <a:rPr lang="sv-SE" baseline="-25000" dirty="0"/>
              <a:t>4</a:t>
            </a:r>
            <a:r>
              <a:rPr lang="sv-SE" dirty="0"/>
              <a:t> ∪ (IN[</a:t>
            </a:r>
            <a:r>
              <a:rPr lang="sv-SE" i="1" dirty="0"/>
              <a:t>B</a:t>
            </a:r>
            <a:r>
              <a:rPr lang="sv-SE" i="1" baseline="-25000" dirty="0"/>
              <a:t>4</a:t>
            </a:r>
            <a:r>
              <a:rPr lang="sv-SE" dirty="0"/>
              <a:t>] – kill</a:t>
            </a:r>
            <a:r>
              <a:rPr lang="sv-SE" i="1" baseline="-25000" dirty="0"/>
              <a:t>B</a:t>
            </a:r>
            <a:r>
              <a:rPr lang="sv-SE" baseline="-25000" dirty="0"/>
              <a:t>4</a:t>
            </a:r>
            <a:r>
              <a:rPr lang="sv-SE" dirty="0"/>
              <a:t>) =</a:t>
            </a:r>
          </a:p>
          <a:p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1 </a:t>
            </a:r>
            <a:r>
              <a:rPr lang="sv-SE" dirty="0"/>
              <a:t>∪ gen</a:t>
            </a:r>
            <a:r>
              <a:rPr lang="sv-SE" i="1" baseline="-25000" dirty="0"/>
              <a:t>B</a:t>
            </a:r>
            <a:r>
              <a:rPr lang="sv-SE" baseline="-25000" dirty="0"/>
              <a:t>4</a:t>
            </a:r>
            <a:r>
              <a:rPr lang="sv-SE" dirty="0"/>
              <a:t> ∪ (OUT[</a:t>
            </a:r>
            <a:r>
              <a:rPr lang="sv-SE" i="1" dirty="0"/>
              <a:t>B</a:t>
            </a:r>
            <a:r>
              <a:rPr lang="sv-SE" i="1" baseline="-25000" dirty="0"/>
              <a:t>2</a:t>
            </a:r>
            <a:r>
              <a:rPr lang="sv-SE" dirty="0"/>
              <a:t>] + gen</a:t>
            </a:r>
            <a:r>
              <a:rPr lang="sv-SE" i="1" baseline="-25000" dirty="0"/>
              <a:t>B</a:t>
            </a:r>
            <a:r>
              <a:rPr lang="sv-SE" baseline="-25000" dirty="0"/>
              <a:t>3 </a:t>
            </a:r>
            <a:r>
              <a:rPr lang="sv-SE" dirty="0"/>
              <a:t>- kill</a:t>
            </a:r>
            <a:r>
              <a:rPr lang="sv-SE" i="1" baseline="-25000" dirty="0"/>
              <a:t>B</a:t>
            </a:r>
            <a:r>
              <a:rPr lang="sv-SE" baseline="-25000" dirty="0"/>
              <a:t>3</a:t>
            </a:r>
            <a:r>
              <a:rPr lang="sv-SE" dirty="0"/>
              <a:t>– kill</a:t>
            </a:r>
            <a:r>
              <a:rPr lang="sv-SE" i="1" baseline="-25000" dirty="0"/>
              <a:t>B</a:t>
            </a:r>
            <a:r>
              <a:rPr lang="sv-SE" baseline="-25000" dirty="0"/>
              <a:t>4</a:t>
            </a:r>
            <a:r>
              <a:rPr lang="sv-SE" dirty="0"/>
              <a:t>) =</a:t>
            </a:r>
          </a:p>
          <a:p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1 </a:t>
            </a:r>
            <a:r>
              <a:rPr lang="sv-SE" dirty="0"/>
              <a:t>∪ gen</a:t>
            </a:r>
            <a:r>
              <a:rPr lang="sv-SE" i="1" baseline="-25000" dirty="0"/>
              <a:t>B</a:t>
            </a:r>
            <a:r>
              <a:rPr lang="sv-SE" baseline="-25000" dirty="0"/>
              <a:t>4</a:t>
            </a:r>
            <a:r>
              <a:rPr lang="sv-SE" dirty="0"/>
              <a:t> ∪ (gen</a:t>
            </a:r>
            <a:r>
              <a:rPr lang="sv-SE" i="1" baseline="-25000" dirty="0"/>
              <a:t>B</a:t>
            </a:r>
            <a:r>
              <a:rPr lang="sv-SE" baseline="-25000" dirty="0"/>
              <a:t>2 </a:t>
            </a:r>
            <a:r>
              <a:rPr lang="sv-SE" dirty="0"/>
              <a:t>∪ (IN[</a:t>
            </a:r>
            <a:r>
              <a:rPr lang="sv-SE" i="1" dirty="0"/>
              <a:t>B</a:t>
            </a:r>
            <a:r>
              <a:rPr lang="sv-SE" i="1" baseline="-25000" dirty="0"/>
              <a:t>2</a:t>
            </a:r>
            <a:r>
              <a:rPr lang="sv-SE" dirty="0"/>
              <a:t>] – kill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) ∪ gen</a:t>
            </a:r>
            <a:r>
              <a:rPr lang="sv-SE" i="1" baseline="-25000" dirty="0"/>
              <a:t>B</a:t>
            </a:r>
            <a:r>
              <a:rPr lang="sv-SE" baseline="-25000" dirty="0"/>
              <a:t>3 </a:t>
            </a:r>
            <a:r>
              <a:rPr lang="sv-SE" dirty="0"/>
              <a:t>- kill</a:t>
            </a:r>
            <a:r>
              <a:rPr lang="sv-SE" i="1" baseline="-25000" dirty="0"/>
              <a:t>B</a:t>
            </a:r>
            <a:r>
              <a:rPr lang="sv-SE" baseline="-25000" dirty="0"/>
              <a:t>3</a:t>
            </a:r>
            <a:r>
              <a:rPr lang="sv-SE" dirty="0"/>
              <a:t>– kill</a:t>
            </a:r>
            <a:r>
              <a:rPr lang="sv-SE" i="1" baseline="-25000" dirty="0"/>
              <a:t>B</a:t>
            </a:r>
            <a:r>
              <a:rPr lang="sv-SE" baseline="-25000" dirty="0"/>
              <a:t>4</a:t>
            </a:r>
            <a:r>
              <a:rPr lang="sv-SE" dirty="0"/>
              <a:t>) =</a:t>
            </a:r>
          </a:p>
          <a:p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1 </a:t>
            </a:r>
            <a:r>
              <a:rPr lang="sv-SE" dirty="0"/>
              <a:t>∪ gen</a:t>
            </a:r>
            <a:r>
              <a:rPr lang="sv-SE" i="1" baseline="-25000" dirty="0"/>
              <a:t>B</a:t>
            </a:r>
            <a:r>
              <a:rPr lang="sv-SE" baseline="-25000" dirty="0"/>
              <a:t>4</a:t>
            </a:r>
            <a:r>
              <a:rPr lang="sv-SE" dirty="0"/>
              <a:t> ∪ (gen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∪ gen</a:t>
            </a:r>
            <a:r>
              <a:rPr lang="sv-SE" i="1" baseline="-25000" dirty="0"/>
              <a:t>B</a:t>
            </a:r>
            <a:r>
              <a:rPr lang="sv-SE" baseline="-25000" dirty="0"/>
              <a:t>3 </a:t>
            </a:r>
            <a:r>
              <a:rPr lang="sv-SE" dirty="0"/>
              <a:t>– kill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- kill</a:t>
            </a:r>
            <a:r>
              <a:rPr lang="sv-SE" i="1" baseline="-25000" dirty="0"/>
              <a:t>B</a:t>
            </a:r>
            <a:r>
              <a:rPr lang="sv-SE" baseline="-25000" dirty="0"/>
              <a:t>3 </a:t>
            </a:r>
            <a:r>
              <a:rPr lang="sv-SE" dirty="0"/>
              <a:t>– kill</a:t>
            </a:r>
            <a:r>
              <a:rPr lang="sv-SE" i="1" baseline="-25000" dirty="0"/>
              <a:t>B</a:t>
            </a:r>
            <a:r>
              <a:rPr lang="sv-SE" baseline="-25000" dirty="0"/>
              <a:t>4</a:t>
            </a:r>
            <a:r>
              <a:rPr lang="sv-SE" dirty="0"/>
              <a:t>) =</a:t>
            </a:r>
          </a:p>
          <a:p>
            <a:r>
              <a:rPr lang="sv-SE" dirty="0"/>
              <a:t>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} ∪ {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} ∪ ({</a:t>
            </a:r>
            <a:r>
              <a:rPr lang="sv-SE" i="1" dirty="0"/>
              <a:t>d</a:t>
            </a:r>
            <a:r>
              <a:rPr lang="sv-SE" baseline="-25000" dirty="0"/>
              <a:t>4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5</a:t>
            </a:r>
            <a:r>
              <a:rPr lang="sv-SE" dirty="0"/>
              <a:t>} ∪ {</a:t>
            </a:r>
            <a:r>
              <a:rPr lang="sv-SE" i="1" dirty="0"/>
              <a:t>d</a:t>
            </a:r>
            <a:r>
              <a:rPr lang="sv-SE" baseline="-25000" dirty="0"/>
              <a:t>6</a:t>
            </a:r>
            <a:r>
              <a:rPr lang="sv-SE" dirty="0"/>
              <a:t>} -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} - {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} -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4</a:t>
            </a:r>
            <a:r>
              <a:rPr lang="sv-SE" dirty="0"/>
              <a:t>}) = </a:t>
            </a:r>
          </a:p>
          <a:p>
            <a:r>
              <a:rPr lang="sv-SE" dirty="0"/>
              <a:t>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} ∪ ({</a:t>
            </a:r>
            <a:r>
              <a:rPr lang="sv-SE" i="1" dirty="0"/>
              <a:t>d</a:t>
            </a:r>
            <a:r>
              <a:rPr lang="sv-SE" baseline="-25000" dirty="0"/>
              <a:t>4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5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6</a:t>
            </a:r>
            <a:r>
              <a:rPr lang="sv-SE" dirty="0"/>
              <a:t>} -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} - {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} -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4</a:t>
            </a:r>
            <a:r>
              <a:rPr lang="sv-SE" dirty="0"/>
              <a:t>}) =</a:t>
            </a:r>
          </a:p>
          <a:p>
            <a:r>
              <a:rPr lang="sv-SE" dirty="0"/>
              <a:t>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} ∪ ({</a:t>
            </a:r>
            <a:r>
              <a:rPr lang="sv-SE" i="1" dirty="0"/>
              <a:t>d</a:t>
            </a:r>
            <a:r>
              <a:rPr lang="sv-SE" baseline="-25000" dirty="0"/>
              <a:t>5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6</a:t>
            </a:r>
            <a:r>
              <a:rPr lang="sv-SE" dirty="0"/>
              <a:t>) =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5</a:t>
            </a:r>
            <a:r>
              <a:rPr lang="sv-SE" dirty="0"/>
              <a:t> , </a:t>
            </a:r>
            <a:r>
              <a:rPr lang="sv-SE" i="1" dirty="0"/>
              <a:t>d</a:t>
            </a:r>
            <a:r>
              <a:rPr lang="sv-SE" baseline="-25000" dirty="0"/>
              <a:t>6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} 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7244195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44736-9DFB-EEE9-30F6-B787954AE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C980B-E1FD-6290-04AF-11D6BB048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340"/>
            <a:ext cx="10515600" cy="1325563"/>
          </a:xfrm>
        </p:spPr>
        <p:txBody>
          <a:bodyPr/>
          <a:lstStyle/>
          <a:p>
            <a:r>
              <a:rPr lang="sv-SE" dirty="0" err="1"/>
              <a:t>Example</a:t>
            </a:r>
            <a:r>
              <a:rPr lang="sv-SE" dirty="0"/>
              <a:t>: </a:t>
            </a:r>
            <a:r>
              <a:rPr lang="sv-SE" dirty="0" err="1"/>
              <a:t>reaching</a:t>
            </a:r>
            <a:r>
              <a:rPr lang="sv-SE" dirty="0"/>
              <a:t> definitions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F99E5B4-B249-C30F-A8E7-3DE238106FEE}"/>
              </a:ext>
            </a:extLst>
          </p:cNvPr>
          <p:cNvGrpSpPr/>
          <p:nvPr/>
        </p:nvGrpSpPr>
        <p:grpSpPr>
          <a:xfrm>
            <a:off x="1457075" y="1575464"/>
            <a:ext cx="1843693" cy="1004655"/>
            <a:chOff x="860611" y="573740"/>
            <a:chExt cx="1353671" cy="135269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1056EB5-F0D7-2EE8-8AA2-2366B2F5E6C2}"/>
                </a:ext>
              </a:extLst>
            </p:cNvPr>
            <p:cNvSpPr txBox="1"/>
            <p:nvPr/>
          </p:nvSpPr>
          <p:spPr>
            <a:xfrm>
              <a:off x="860611" y="633328"/>
              <a:ext cx="1192307" cy="12335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i="1" dirty="0"/>
                <a:t>d</a:t>
              </a:r>
              <a:r>
                <a:rPr lang="sv-SE" baseline="-25000" dirty="0"/>
                <a:t>1</a:t>
              </a:r>
              <a:r>
                <a:rPr lang="sv-SE" dirty="0"/>
                <a:t>: i = m-1</a:t>
              </a:r>
            </a:p>
            <a:p>
              <a:r>
                <a:rPr lang="sv-SE" i="1" dirty="0"/>
                <a:t>d</a:t>
              </a:r>
              <a:r>
                <a:rPr lang="sv-SE" baseline="-25000" dirty="0"/>
                <a:t>2</a:t>
              </a:r>
              <a:r>
                <a:rPr lang="sv-SE" dirty="0"/>
                <a:t>: j = n</a:t>
              </a:r>
            </a:p>
            <a:p>
              <a:r>
                <a:rPr lang="sv-SE" i="1" dirty="0"/>
                <a:t>d</a:t>
              </a:r>
              <a:r>
                <a:rPr lang="sv-SE" baseline="-25000" dirty="0"/>
                <a:t>3</a:t>
              </a:r>
              <a:r>
                <a:rPr lang="sv-SE" dirty="0"/>
                <a:t>: a = u1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63556FA-78D6-FF3F-2D62-94A963EA9ED6}"/>
                </a:ext>
              </a:extLst>
            </p:cNvPr>
            <p:cNvSpPr/>
            <p:nvPr/>
          </p:nvSpPr>
          <p:spPr>
            <a:xfrm>
              <a:off x="860611" y="573740"/>
              <a:ext cx="1353671" cy="13526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ED73B504-FA76-FB4E-65F8-924BED026CC6}"/>
              </a:ext>
            </a:extLst>
          </p:cNvPr>
          <p:cNvSpPr txBox="1"/>
          <p:nvPr/>
        </p:nvSpPr>
        <p:spPr>
          <a:xfrm>
            <a:off x="3425936" y="1569692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baseline="-250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E0B9472-60FA-822D-55DA-B31CC79FA234}"/>
              </a:ext>
            </a:extLst>
          </p:cNvPr>
          <p:cNvSpPr txBox="1"/>
          <p:nvPr/>
        </p:nvSpPr>
        <p:spPr>
          <a:xfrm>
            <a:off x="3425936" y="3002597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i="1" baseline="-25000" dirty="0"/>
              <a:t>2</a:t>
            </a:r>
            <a:endParaRPr lang="sv-SE" baseline="-25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A55D94-3548-2E90-1C43-1CC8DEB95B70}"/>
              </a:ext>
            </a:extLst>
          </p:cNvPr>
          <p:cNvSpPr txBox="1"/>
          <p:nvPr/>
        </p:nvSpPr>
        <p:spPr>
          <a:xfrm>
            <a:off x="1983702" y="4190999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baseline="-250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161A4B3-A0F2-F1D0-377A-09287E1839D4}"/>
              </a:ext>
            </a:extLst>
          </p:cNvPr>
          <p:cNvSpPr txBox="1"/>
          <p:nvPr/>
        </p:nvSpPr>
        <p:spPr>
          <a:xfrm>
            <a:off x="3425936" y="5139385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baseline="-25000" dirty="0"/>
              <a:t>4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556BF02-80DD-F5AB-A09D-BE5A7AB3757D}"/>
              </a:ext>
            </a:extLst>
          </p:cNvPr>
          <p:cNvGrpSpPr/>
          <p:nvPr/>
        </p:nvGrpSpPr>
        <p:grpSpPr>
          <a:xfrm>
            <a:off x="1457074" y="3002597"/>
            <a:ext cx="1843693" cy="691218"/>
            <a:chOff x="860611" y="573740"/>
            <a:chExt cx="1353671" cy="135269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E1CC415-4BAF-DCB7-B395-5DC54E648E05}"/>
                </a:ext>
              </a:extLst>
            </p:cNvPr>
            <p:cNvSpPr txBox="1"/>
            <p:nvPr/>
          </p:nvSpPr>
          <p:spPr>
            <a:xfrm>
              <a:off x="860611" y="633328"/>
              <a:ext cx="1192307" cy="1264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i="1" dirty="0"/>
                <a:t>d</a:t>
              </a:r>
              <a:r>
                <a:rPr lang="sv-SE" baseline="-25000" dirty="0"/>
                <a:t>4</a:t>
              </a:r>
              <a:r>
                <a:rPr lang="sv-SE" dirty="0"/>
                <a:t>: i = i+1</a:t>
              </a:r>
            </a:p>
            <a:p>
              <a:r>
                <a:rPr lang="sv-SE" i="1" dirty="0"/>
                <a:t>d</a:t>
              </a:r>
              <a:r>
                <a:rPr lang="sv-SE" baseline="-25000" dirty="0"/>
                <a:t>5</a:t>
              </a:r>
              <a:r>
                <a:rPr lang="sv-SE" dirty="0"/>
                <a:t>: j = j-1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5D4F226-CE68-E642-0A53-6BC54376E767}"/>
                </a:ext>
              </a:extLst>
            </p:cNvPr>
            <p:cNvSpPr/>
            <p:nvPr/>
          </p:nvSpPr>
          <p:spPr>
            <a:xfrm>
              <a:off x="860611" y="573740"/>
              <a:ext cx="1353671" cy="13526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817389B-70F5-DCD0-1EC7-C9F4936D6D84}"/>
              </a:ext>
            </a:extLst>
          </p:cNvPr>
          <p:cNvGrpSpPr/>
          <p:nvPr/>
        </p:nvGrpSpPr>
        <p:grpSpPr>
          <a:xfrm>
            <a:off x="20076" y="4160550"/>
            <a:ext cx="1843694" cy="444686"/>
            <a:chOff x="860611" y="573740"/>
            <a:chExt cx="1353671" cy="87024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28D9CD2-4682-69F7-8097-E37F8800EAB2}"/>
                </a:ext>
              </a:extLst>
            </p:cNvPr>
            <p:cNvSpPr txBox="1"/>
            <p:nvPr/>
          </p:nvSpPr>
          <p:spPr>
            <a:xfrm>
              <a:off x="860611" y="633328"/>
              <a:ext cx="1192307" cy="722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i="1" dirty="0"/>
                <a:t>d</a:t>
              </a:r>
              <a:r>
                <a:rPr lang="sv-SE" i="1" baseline="-25000" dirty="0"/>
                <a:t>6</a:t>
              </a:r>
              <a:r>
                <a:rPr lang="sv-SE" dirty="0"/>
                <a:t>: a = u2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8748888-5072-2C8C-70C2-04690F1DB2A9}"/>
                </a:ext>
              </a:extLst>
            </p:cNvPr>
            <p:cNvSpPr/>
            <p:nvPr/>
          </p:nvSpPr>
          <p:spPr>
            <a:xfrm>
              <a:off x="860611" y="573740"/>
              <a:ext cx="1353671" cy="8702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A8CF658-7F0D-D07C-48EF-C54D94857990}"/>
              </a:ext>
            </a:extLst>
          </p:cNvPr>
          <p:cNvGrpSpPr/>
          <p:nvPr/>
        </p:nvGrpSpPr>
        <p:grpSpPr>
          <a:xfrm>
            <a:off x="1478394" y="5139385"/>
            <a:ext cx="1822373" cy="444686"/>
            <a:chOff x="860611" y="573740"/>
            <a:chExt cx="1353671" cy="87024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58DD7D7-0D2D-C554-E1EA-3D0F8D5CFABF}"/>
                </a:ext>
              </a:extLst>
            </p:cNvPr>
            <p:cNvSpPr txBox="1"/>
            <p:nvPr/>
          </p:nvSpPr>
          <p:spPr>
            <a:xfrm>
              <a:off x="860611" y="633328"/>
              <a:ext cx="1192307" cy="722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i="1" dirty="0"/>
                <a:t>d</a:t>
              </a:r>
              <a:r>
                <a:rPr lang="sv-SE" i="1" baseline="-25000" dirty="0"/>
                <a:t>7</a:t>
              </a:r>
              <a:r>
                <a:rPr lang="sv-SE" dirty="0"/>
                <a:t>: i = u3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50EAEF0-42BD-B926-0FF4-DCB22448EC5B}"/>
                </a:ext>
              </a:extLst>
            </p:cNvPr>
            <p:cNvSpPr/>
            <p:nvPr/>
          </p:nvSpPr>
          <p:spPr>
            <a:xfrm>
              <a:off x="860611" y="573740"/>
              <a:ext cx="1353671" cy="8702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C198BF5-C73A-23FB-75AA-A43C1DE94EBE}"/>
              </a:ext>
            </a:extLst>
          </p:cNvPr>
          <p:cNvCxnSpPr>
            <a:stCxn id="14" idx="2"/>
            <a:endCxn id="5" idx="0"/>
          </p:cNvCxnSpPr>
          <p:nvPr/>
        </p:nvCxnSpPr>
        <p:spPr>
          <a:xfrm flipH="1">
            <a:off x="2378921" y="2580119"/>
            <a:ext cx="1" cy="4224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A102E5D-90E2-536B-779E-BC7F2424F84C}"/>
              </a:ext>
            </a:extLst>
          </p:cNvPr>
          <p:cNvCxnSpPr>
            <a:endCxn id="14" idx="0"/>
          </p:cNvCxnSpPr>
          <p:nvPr/>
        </p:nvCxnSpPr>
        <p:spPr>
          <a:xfrm flipH="1">
            <a:off x="2378922" y="1330859"/>
            <a:ext cx="10658" cy="2446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A9EBE62-A7FE-7A1B-08E9-6FBB7E3E374E}"/>
              </a:ext>
            </a:extLst>
          </p:cNvPr>
          <p:cNvCxnSpPr>
            <a:cxnSpLocks/>
          </p:cNvCxnSpPr>
          <p:nvPr/>
        </p:nvCxnSpPr>
        <p:spPr>
          <a:xfrm flipH="1">
            <a:off x="1457075" y="3688243"/>
            <a:ext cx="594314" cy="4464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0BF29C9-6D99-EF92-47D5-ACCF2D227003}"/>
              </a:ext>
            </a:extLst>
          </p:cNvPr>
          <p:cNvCxnSpPr/>
          <p:nvPr/>
        </p:nvCxnSpPr>
        <p:spPr>
          <a:xfrm>
            <a:off x="2712292" y="3688243"/>
            <a:ext cx="0" cy="14511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0743416-02F3-329F-BFEC-4B1EF567CBC3}"/>
              </a:ext>
            </a:extLst>
          </p:cNvPr>
          <p:cNvCxnSpPr/>
          <p:nvPr/>
        </p:nvCxnSpPr>
        <p:spPr>
          <a:xfrm>
            <a:off x="1478394" y="4605236"/>
            <a:ext cx="572995" cy="534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45CC764-4B85-521A-DECD-153CFCCF4831}"/>
              </a:ext>
            </a:extLst>
          </p:cNvPr>
          <p:cNvCxnSpPr>
            <a:stCxn id="30" idx="2"/>
          </p:cNvCxnSpPr>
          <p:nvPr/>
        </p:nvCxnSpPr>
        <p:spPr>
          <a:xfrm flipH="1">
            <a:off x="2378920" y="5584071"/>
            <a:ext cx="10661" cy="3097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7F4EF712-C556-0E82-E402-25F0A1A63C50}"/>
              </a:ext>
            </a:extLst>
          </p:cNvPr>
          <p:cNvSpPr txBox="1"/>
          <p:nvPr/>
        </p:nvSpPr>
        <p:spPr>
          <a:xfrm>
            <a:off x="4097255" y="1728119"/>
            <a:ext cx="2226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1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}</a:t>
            </a:r>
          </a:p>
          <a:p>
            <a:r>
              <a:rPr lang="sv-SE" dirty="0"/>
              <a:t>kill</a:t>
            </a:r>
            <a:r>
              <a:rPr lang="sv-SE" i="1" baseline="-25000" dirty="0"/>
              <a:t>B</a:t>
            </a:r>
            <a:r>
              <a:rPr lang="sv-SE" baseline="-25000" dirty="0"/>
              <a:t>1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4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5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6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}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6E6A600-4489-2E2F-A11E-FB8F55E8B516}"/>
              </a:ext>
            </a:extLst>
          </p:cNvPr>
          <p:cNvSpPr txBox="1"/>
          <p:nvPr/>
        </p:nvSpPr>
        <p:spPr>
          <a:xfrm>
            <a:off x="4097255" y="2956842"/>
            <a:ext cx="18565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4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5</a:t>
            </a:r>
            <a:r>
              <a:rPr lang="sv-SE" dirty="0"/>
              <a:t>}</a:t>
            </a:r>
          </a:p>
          <a:p>
            <a:r>
              <a:rPr lang="sv-SE" dirty="0"/>
              <a:t>kill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}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8256D4-B1C2-EDAC-C1E3-80065F36A982}"/>
              </a:ext>
            </a:extLst>
          </p:cNvPr>
          <p:cNvSpPr txBox="1"/>
          <p:nvPr/>
        </p:nvSpPr>
        <p:spPr>
          <a:xfrm>
            <a:off x="4097255" y="4026260"/>
            <a:ext cx="1282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3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6</a:t>
            </a:r>
            <a:r>
              <a:rPr lang="sv-SE" dirty="0"/>
              <a:t>}</a:t>
            </a:r>
          </a:p>
          <a:p>
            <a:r>
              <a:rPr lang="sv-SE" dirty="0"/>
              <a:t>kill</a:t>
            </a:r>
            <a:r>
              <a:rPr lang="sv-SE" i="1" baseline="-25000" dirty="0"/>
              <a:t>B</a:t>
            </a:r>
            <a:r>
              <a:rPr lang="sv-SE" baseline="-25000" dirty="0"/>
              <a:t>3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}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74D1E2-A9C5-1460-C3E4-125A450320C3}"/>
              </a:ext>
            </a:extLst>
          </p:cNvPr>
          <p:cNvSpPr txBox="1"/>
          <p:nvPr/>
        </p:nvSpPr>
        <p:spPr>
          <a:xfrm>
            <a:off x="4097255" y="4866596"/>
            <a:ext cx="15327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gen</a:t>
            </a:r>
            <a:r>
              <a:rPr lang="sv-SE" i="1" baseline="-25000" dirty="0"/>
              <a:t>B4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}</a:t>
            </a:r>
          </a:p>
          <a:p>
            <a:r>
              <a:rPr lang="sv-SE" dirty="0"/>
              <a:t>kill</a:t>
            </a:r>
            <a:r>
              <a:rPr lang="sv-SE" i="1" baseline="-25000" dirty="0"/>
              <a:t>B4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4</a:t>
            </a:r>
            <a:r>
              <a:rPr lang="sv-SE" dirty="0"/>
              <a:t>}</a:t>
            </a: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2F7BD625-E276-B89C-F35A-B18A57558200}"/>
              </a:ext>
            </a:extLst>
          </p:cNvPr>
          <p:cNvSpPr/>
          <p:nvPr/>
        </p:nvSpPr>
        <p:spPr>
          <a:xfrm>
            <a:off x="2802827" y="2734822"/>
            <a:ext cx="1294714" cy="3226232"/>
          </a:xfrm>
          <a:custGeom>
            <a:avLst/>
            <a:gdLst>
              <a:gd name="connsiteX0" fmla="*/ 0 w 1294714"/>
              <a:gd name="connsiteY0" fmla="*/ 2851166 h 3226232"/>
              <a:gd name="connsiteX1" fmla="*/ 316871 w 1294714"/>
              <a:gd name="connsiteY1" fmla="*/ 3113717 h 3226232"/>
              <a:gd name="connsiteX2" fmla="*/ 1041148 w 1294714"/>
              <a:gd name="connsiteY2" fmla="*/ 3086556 h 3226232"/>
              <a:gd name="connsiteX3" fmla="*/ 1294646 w 1294714"/>
              <a:gd name="connsiteY3" fmla="*/ 1465986 h 3226232"/>
              <a:gd name="connsiteX4" fmla="*/ 1059255 w 1294714"/>
              <a:gd name="connsiteY4" fmla="*/ 180394 h 3226232"/>
              <a:gd name="connsiteX5" fmla="*/ 443620 w 1294714"/>
              <a:gd name="connsiteY5" fmla="*/ 17431 h 3226232"/>
              <a:gd name="connsiteX6" fmla="*/ 72428 w 1294714"/>
              <a:gd name="connsiteY6" fmla="*/ 252822 h 322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94714" h="3226232">
                <a:moveTo>
                  <a:pt x="0" y="2851166"/>
                </a:moveTo>
                <a:cubicBezTo>
                  <a:pt x="71673" y="2962825"/>
                  <a:pt x="143346" y="3074485"/>
                  <a:pt x="316871" y="3113717"/>
                </a:cubicBezTo>
                <a:cubicBezTo>
                  <a:pt x="490396" y="3152949"/>
                  <a:pt x="878186" y="3361178"/>
                  <a:pt x="1041148" y="3086556"/>
                </a:cubicBezTo>
                <a:cubicBezTo>
                  <a:pt x="1204111" y="2811934"/>
                  <a:pt x="1291628" y="1950346"/>
                  <a:pt x="1294646" y="1465986"/>
                </a:cubicBezTo>
                <a:cubicBezTo>
                  <a:pt x="1297664" y="981626"/>
                  <a:pt x="1201093" y="421820"/>
                  <a:pt x="1059255" y="180394"/>
                </a:cubicBezTo>
                <a:cubicBezTo>
                  <a:pt x="917417" y="-61032"/>
                  <a:pt x="608091" y="5360"/>
                  <a:pt x="443620" y="17431"/>
                </a:cubicBezTo>
                <a:cubicBezTo>
                  <a:pt x="279149" y="29502"/>
                  <a:pt x="175788" y="141162"/>
                  <a:pt x="72428" y="252822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386C11E-DE31-4648-8627-A5C71866B8D7}"/>
              </a:ext>
            </a:extLst>
          </p:cNvPr>
          <p:cNvSpPr txBox="1"/>
          <p:nvPr/>
        </p:nvSpPr>
        <p:spPr>
          <a:xfrm>
            <a:off x="5953853" y="1214623"/>
            <a:ext cx="618577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assume</a:t>
            </a:r>
            <a:r>
              <a:rPr lang="sv-SE" dirty="0"/>
              <a:t> no definitions </a:t>
            </a:r>
            <a:r>
              <a:rPr lang="sv-SE" dirty="0" err="1"/>
              <a:t>before</a:t>
            </a:r>
            <a:r>
              <a:rPr lang="sv-SE" dirty="0"/>
              <a:t> block B1. </a:t>
            </a:r>
          </a:p>
          <a:p>
            <a:endParaRPr lang="sv-SE" dirty="0"/>
          </a:p>
          <a:p>
            <a:r>
              <a:rPr lang="sv-SE" dirty="0"/>
              <a:t>IN[</a:t>
            </a:r>
            <a:r>
              <a:rPr lang="sv-SE" i="1" dirty="0"/>
              <a:t>B</a:t>
            </a:r>
            <a:r>
              <a:rPr lang="sv-SE" i="1" baseline="-25000" dirty="0"/>
              <a:t>2</a:t>
            </a:r>
            <a:r>
              <a:rPr lang="sv-SE" dirty="0"/>
              <a:t>] = OUT[</a:t>
            </a:r>
            <a:r>
              <a:rPr lang="sv-SE" i="1" dirty="0"/>
              <a:t>B</a:t>
            </a:r>
            <a:r>
              <a:rPr lang="sv-SE" i="1" baseline="-25000" dirty="0"/>
              <a:t>1</a:t>
            </a:r>
            <a:r>
              <a:rPr lang="sv-SE" dirty="0"/>
              <a:t>] ∪ OUT[</a:t>
            </a:r>
            <a:r>
              <a:rPr lang="sv-SE" i="1" dirty="0"/>
              <a:t>B</a:t>
            </a:r>
            <a:r>
              <a:rPr lang="sv-SE" i="1" baseline="-25000" dirty="0"/>
              <a:t>4</a:t>
            </a:r>
            <a:r>
              <a:rPr lang="sv-SE" dirty="0"/>
              <a:t>]</a:t>
            </a:r>
          </a:p>
          <a:p>
            <a:endParaRPr lang="sv-SE" dirty="0"/>
          </a:p>
          <a:p>
            <a:r>
              <a:rPr lang="sv-SE" dirty="0"/>
              <a:t>OUT[</a:t>
            </a:r>
            <a:r>
              <a:rPr lang="sv-SE" i="1" dirty="0"/>
              <a:t>B</a:t>
            </a:r>
            <a:r>
              <a:rPr lang="sv-SE" i="1" baseline="-25000" dirty="0"/>
              <a:t>1</a:t>
            </a:r>
            <a:r>
              <a:rPr lang="sv-SE" dirty="0"/>
              <a:t>] = gen</a:t>
            </a:r>
            <a:r>
              <a:rPr lang="sv-SE" i="1" baseline="-25000" dirty="0"/>
              <a:t>B</a:t>
            </a:r>
            <a:r>
              <a:rPr lang="sv-SE" baseline="-25000" dirty="0"/>
              <a:t>1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}</a:t>
            </a:r>
          </a:p>
          <a:p>
            <a:endParaRPr lang="sv-SE" dirty="0"/>
          </a:p>
          <a:p>
            <a:r>
              <a:rPr lang="sv-SE" dirty="0"/>
              <a:t>OUT[</a:t>
            </a:r>
            <a:r>
              <a:rPr lang="sv-SE" i="1" dirty="0"/>
              <a:t>B</a:t>
            </a:r>
            <a:r>
              <a:rPr lang="sv-SE" i="1" baseline="-25000" dirty="0"/>
              <a:t>4</a:t>
            </a:r>
            <a:r>
              <a:rPr lang="sv-SE" dirty="0"/>
              <a:t>] = gen</a:t>
            </a:r>
            <a:r>
              <a:rPr lang="sv-SE" i="1" baseline="-25000" dirty="0"/>
              <a:t>B</a:t>
            </a:r>
            <a:r>
              <a:rPr lang="sv-SE" baseline="-25000" dirty="0"/>
              <a:t>4</a:t>
            </a:r>
            <a:r>
              <a:rPr lang="sv-SE" dirty="0"/>
              <a:t> ∪ (IN[</a:t>
            </a:r>
            <a:r>
              <a:rPr lang="sv-SE" i="1" dirty="0"/>
              <a:t>B</a:t>
            </a:r>
            <a:r>
              <a:rPr lang="sv-SE" i="1" baseline="-25000" dirty="0"/>
              <a:t>4</a:t>
            </a:r>
            <a:r>
              <a:rPr lang="sv-SE" dirty="0"/>
              <a:t>] – kill</a:t>
            </a:r>
            <a:r>
              <a:rPr lang="sv-SE" i="1" baseline="-25000" dirty="0"/>
              <a:t>B</a:t>
            </a:r>
            <a:r>
              <a:rPr lang="sv-SE" baseline="-25000" dirty="0"/>
              <a:t>4</a:t>
            </a:r>
            <a:r>
              <a:rPr lang="sv-SE" dirty="0"/>
              <a:t>)</a:t>
            </a:r>
          </a:p>
          <a:p>
            <a:endParaRPr lang="sv-SE" dirty="0"/>
          </a:p>
          <a:p>
            <a:r>
              <a:rPr lang="sv-SE" dirty="0"/>
              <a:t>IN[</a:t>
            </a:r>
            <a:r>
              <a:rPr lang="sv-SE" i="1" dirty="0"/>
              <a:t>B</a:t>
            </a:r>
            <a:r>
              <a:rPr lang="sv-SE" i="1" baseline="-25000" dirty="0"/>
              <a:t>4</a:t>
            </a:r>
            <a:r>
              <a:rPr lang="sv-SE" dirty="0"/>
              <a:t>] = OUT[</a:t>
            </a:r>
            <a:r>
              <a:rPr lang="sv-SE" i="1" dirty="0"/>
              <a:t>B</a:t>
            </a:r>
            <a:r>
              <a:rPr lang="sv-SE" i="1" baseline="-25000" dirty="0"/>
              <a:t>3</a:t>
            </a:r>
            <a:r>
              <a:rPr lang="sv-SE" dirty="0"/>
              <a:t>] ∪ OUT[</a:t>
            </a:r>
            <a:r>
              <a:rPr lang="sv-SE" i="1" dirty="0"/>
              <a:t>B</a:t>
            </a:r>
            <a:r>
              <a:rPr lang="sv-SE" i="1" baseline="-25000" dirty="0"/>
              <a:t>2</a:t>
            </a:r>
            <a:r>
              <a:rPr lang="sv-SE" dirty="0"/>
              <a:t>] = OUT[</a:t>
            </a:r>
            <a:r>
              <a:rPr lang="sv-SE" i="1" dirty="0"/>
              <a:t>B</a:t>
            </a:r>
            <a:r>
              <a:rPr lang="sv-SE" i="1" baseline="-25000" dirty="0"/>
              <a:t>2</a:t>
            </a:r>
            <a:r>
              <a:rPr lang="sv-SE" dirty="0"/>
              <a:t>] + gen</a:t>
            </a:r>
            <a:r>
              <a:rPr lang="sv-SE" i="1" baseline="-25000" dirty="0"/>
              <a:t>B</a:t>
            </a:r>
            <a:r>
              <a:rPr lang="sv-SE" baseline="-25000" dirty="0"/>
              <a:t>3</a:t>
            </a:r>
            <a:r>
              <a:rPr lang="sv-SE" dirty="0"/>
              <a:t> - kill</a:t>
            </a:r>
            <a:r>
              <a:rPr lang="sv-SE" i="1" baseline="-25000" dirty="0"/>
              <a:t>B</a:t>
            </a:r>
            <a:r>
              <a:rPr lang="sv-SE" baseline="-25000" dirty="0"/>
              <a:t>3</a:t>
            </a:r>
            <a:endParaRPr lang="sv-SE" dirty="0"/>
          </a:p>
          <a:p>
            <a:endParaRPr lang="sv-SE" dirty="0"/>
          </a:p>
          <a:p>
            <a:r>
              <a:rPr lang="sv-SE" dirty="0"/>
              <a:t>OUT[</a:t>
            </a:r>
            <a:r>
              <a:rPr lang="sv-SE" i="1" dirty="0"/>
              <a:t>B</a:t>
            </a:r>
            <a:r>
              <a:rPr lang="sv-SE" i="1" baseline="-25000" dirty="0"/>
              <a:t>2</a:t>
            </a:r>
            <a:r>
              <a:rPr lang="sv-SE" dirty="0"/>
              <a:t>] = gen</a:t>
            </a:r>
            <a:r>
              <a:rPr lang="sv-SE" i="1" baseline="-25000" dirty="0"/>
              <a:t>B</a:t>
            </a:r>
            <a:r>
              <a:rPr lang="sv-SE" baseline="-25000" dirty="0"/>
              <a:t>2 </a:t>
            </a:r>
            <a:r>
              <a:rPr lang="sv-SE" dirty="0"/>
              <a:t>∪ (IN[</a:t>
            </a:r>
            <a:r>
              <a:rPr lang="sv-SE" i="1" dirty="0"/>
              <a:t>B</a:t>
            </a:r>
            <a:r>
              <a:rPr lang="sv-SE" i="1" baseline="-25000" dirty="0"/>
              <a:t>2</a:t>
            </a:r>
            <a:r>
              <a:rPr lang="sv-SE" dirty="0"/>
              <a:t>] – kill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)</a:t>
            </a:r>
          </a:p>
          <a:p>
            <a:endParaRPr lang="sv-SE" dirty="0"/>
          </a:p>
          <a:p>
            <a:r>
              <a:rPr lang="sv-SE" dirty="0">
                <a:highlight>
                  <a:srgbClr val="FFFF00"/>
                </a:highlight>
              </a:rPr>
              <a:t>IN[</a:t>
            </a:r>
            <a:r>
              <a:rPr lang="sv-SE" i="1" dirty="0">
                <a:highlight>
                  <a:srgbClr val="FFFF00"/>
                </a:highlight>
              </a:rPr>
              <a:t>B</a:t>
            </a:r>
            <a:r>
              <a:rPr lang="sv-SE" i="1" baseline="-25000" dirty="0">
                <a:highlight>
                  <a:srgbClr val="FFFF00"/>
                </a:highlight>
              </a:rPr>
              <a:t>2</a:t>
            </a:r>
            <a:r>
              <a:rPr lang="sv-SE" dirty="0">
                <a:highlight>
                  <a:srgbClr val="FFFF00"/>
                </a:highlight>
              </a:rPr>
              <a:t>] = </a:t>
            </a:r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1 </a:t>
            </a:r>
            <a:r>
              <a:rPr lang="sv-SE" dirty="0"/>
              <a:t>∪ gen</a:t>
            </a:r>
            <a:r>
              <a:rPr lang="sv-SE" i="1" baseline="-25000" dirty="0"/>
              <a:t>B</a:t>
            </a:r>
            <a:r>
              <a:rPr lang="sv-SE" baseline="-25000" dirty="0"/>
              <a:t>4</a:t>
            </a:r>
            <a:r>
              <a:rPr lang="sv-SE" dirty="0"/>
              <a:t> ∪ (IN[</a:t>
            </a:r>
            <a:r>
              <a:rPr lang="sv-SE" i="1" dirty="0"/>
              <a:t>B</a:t>
            </a:r>
            <a:r>
              <a:rPr lang="sv-SE" i="1" baseline="-25000" dirty="0"/>
              <a:t>4</a:t>
            </a:r>
            <a:r>
              <a:rPr lang="sv-SE" dirty="0"/>
              <a:t>] – kill</a:t>
            </a:r>
            <a:r>
              <a:rPr lang="sv-SE" i="1" baseline="-25000" dirty="0"/>
              <a:t>B</a:t>
            </a:r>
            <a:r>
              <a:rPr lang="sv-SE" baseline="-25000" dirty="0"/>
              <a:t>4</a:t>
            </a:r>
            <a:r>
              <a:rPr lang="sv-SE" dirty="0"/>
              <a:t>) =</a:t>
            </a:r>
          </a:p>
          <a:p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1 </a:t>
            </a:r>
            <a:r>
              <a:rPr lang="sv-SE" dirty="0"/>
              <a:t>∪ gen</a:t>
            </a:r>
            <a:r>
              <a:rPr lang="sv-SE" i="1" baseline="-25000" dirty="0"/>
              <a:t>B</a:t>
            </a:r>
            <a:r>
              <a:rPr lang="sv-SE" baseline="-25000" dirty="0"/>
              <a:t>4</a:t>
            </a:r>
            <a:r>
              <a:rPr lang="sv-SE" dirty="0"/>
              <a:t> ∪ (OUT[</a:t>
            </a:r>
            <a:r>
              <a:rPr lang="sv-SE" i="1" dirty="0"/>
              <a:t>B</a:t>
            </a:r>
            <a:r>
              <a:rPr lang="sv-SE" i="1" baseline="-25000" dirty="0"/>
              <a:t>2</a:t>
            </a:r>
            <a:r>
              <a:rPr lang="sv-SE" dirty="0"/>
              <a:t>] + gen</a:t>
            </a:r>
            <a:r>
              <a:rPr lang="sv-SE" i="1" baseline="-25000" dirty="0"/>
              <a:t>B</a:t>
            </a:r>
            <a:r>
              <a:rPr lang="sv-SE" baseline="-25000" dirty="0"/>
              <a:t>3 </a:t>
            </a:r>
            <a:r>
              <a:rPr lang="sv-SE" dirty="0"/>
              <a:t>- kill</a:t>
            </a:r>
            <a:r>
              <a:rPr lang="sv-SE" i="1" baseline="-25000" dirty="0"/>
              <a:t>B</a:t>
            </a:r>
            <a:r>
              <a:rPr lang="sv-SE" baseline="-25000" dirty="0"/>
              <a:t>3</a:t>
            </a:r>
            <a:r>
              <a:rPr lang="sv-SE" dirty="0"/>
              <a:t>– kill</a:t>
            </a:r>
            <a:r>
              <a:rPr lang="sv-SE" i="1" baseline="-25000" dirty="0"/>
              <a:t>B</a:t>
            </a:r>
            <a:r>
              <a:rPr lang="sv-SE" baseline="-25000" dirty="0"/>
              <a:t>4</a:t>
            </a:r>
            <a:r>
              <a:rPr lang="sv-SE" dirty="0"/>
              <a:t>) =</a:t>
            </a:r>
          </a:p>
          <a:p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1 </a:t>
            </a:r>
            <a:r>
              <a:rPr lang="sv-SE" dirty="0"/>
              <a:t>∪ gen</a:t>
            </a:r>
            <a:r>
              <a:rPr lang="sv-SE" i="1" baseline="-25000" dirty="0"/>
              <a:t>B</a:t>
            </a:r>
            <a:r>
              <a:rPr lang="sv-SE" baseline="-25000" dirty="0"/>
              <a:t>4</a:t>
            </a:r>
            <a:r>
              <a:rPr lang="sv-SE" dirty="0"/>
              <a:t> ∪ (gen</a:t>
            </a:r>
            <a:r>
              <a:rPr lang="sv-SE" i="1" baseline="-25000" dirty="0"/>
              <a:t>B</a:t>
            </a:r>
            <a:r>
              <a:rPr lang="sv-SE" baseline="-25000" dirty="0"/>
              <a:t>2 </a:t>
            </a:r>
            <a:r>
              <a:rPr lang="sv-SE" dirty="0"/>
              <a:t>∪ (IN[</a:t>
            </a:r>
            <a:r>
              <a:rPr lang="sv-SE" i="1" dirty="0"/>
              <a:t>B</a:t>
            </a:r>
            <a:r>
              <a:rPr lang="sv-SE" i="1" baseline="-25000" dirty="0"/>
              <a:t>2</a:t>
            </a:r>
            <a:r>
              <a:rPr lang="sv-SE" dirty="0"/>
              <a:t>] – kill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) ∪ gen</a:t>
            </a:r>
            <a:r>
              <a:rPr lang="sv-SE" i="1" baseline="-25000" dirty="0"/>
              <a:t>B</a:t>
            </a:r>
            <a:r>
              <a:rPr lang="sv-SE" baseline="-25000" dirty="0"/>
              <a:t>3 </a:t>
            </a:r>
            <a:r>
              <a:rPr lang="sv-SE" dirty="0"/>
              <a:t>- kill</a:t>
            </a:r>
            <a:r>
              <a:rPr lang="sv-SE" i="1" baseline="-25000" dirty="0"/>
              <a:t>B</a:t>
            </a:r>
            <a:r>
              <a:rPr lang="sv-SE" baseline="-25000" dirty="0"/>
              <a:t>3</a:t>
            </a:r>
            <a:r>
              <a:rPr lang="sv-SE" dirty="0"/>
              <a:t>– kill</a:t>
            </a:r>
            <a:r>
              <a:rPr lang="sv-SE" i="1" baseline="-25000" dirty="0"/>
              <a:t>B</a:t>
            </a:r>
            <a:r>
              <a:rPr lang="sv-SE" baseline="-25000" dirty="0"/>
              <a:t>4</a:t>
            </a:r>
            <a:r>
              <a:rPr lang="sv-SE" dirty="0"/>
              <a:t>) =</a:t>
            </a:r>
          </a:p>
          <a:p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1 </a:t>
            </a:r>
            <a:r>
              <a:rPr lang="sv-SE" dirty="0"/>
              <a:t>∪ gen</a:t>
            </a:r>
            <a:r>
              <a:rPr lang="sv-SE" i="1" baseline="-25000" dirty="0"/>
              <a:t>B</a:t>
            </a:r>
            <a:r>
              <a:rPr lang="sv-SE" baseline="-25000" dirty="0"/>
              <a:t>4</a:t>
            </a:r>
            <a:r>
              <a:rPr lang="sv-SE" dirty="0"/>
              <a:t> ∪ (gen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∪ gen</a:t>
            </a:r>
            <a:r>
              <a:rPr lang="sv-SE" i="1" baseline="-25000" dirty="0"/>
              <a:t>B</a:t>
            </a:r>
            <a:r>
              <a:rPr lang="sv-SE" baseline="-25000" dirty="0"/>
              <a:t>3 </a:t>
            </a:r>
            <a:r>
              <a:rPr lang="sv-SE" dirty="0"/>
              <a:t>– kill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- kill</a:t>
            </a:r>
            <a:r>
              <a:rPr lang="sv-SE" i="1" baseline="-25000" dirty="0"/>
              <a:t>B</a:t>
            </a:r>
            <a:r>
              <a:rPr lang="sv-SE" baseline="-25000" dirty="0"/>
              <a:t>3 </a:t>
            </a:r>
            <a:r>
              <a:rPr lang="sv-SE" dirty="0"/>
              <a:t>– kill</a:t>
            </a:r>
            <a:r>
              <a:rPr lang="sv-SE" i="1" baseline="-25000" dirty="0"/>
              <a:t>B</a:t>
            </a:r>
            <a:r>
              <a:rPr lang="sv-SE" baseline="-25000" dirty="0"/>
              <a:t>4</a:t>
            </a:r>
            <a:r>
              <a:rPr lang="sv-SE" dirty="0"/>
              <a:t>) =</a:t>
            </a:r>
          </a:p>
          <a:p>
            <a:r>
              <a:rPr lang="sv-SE" dirty="0"/>
              <a:t>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} ∪ {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} ∪ ({</a:t>
            </a:r>
            <a:r>
              <a:rPr lang="sv-SE" i="1" dirty="0"/>
              <a:t>d</a:t>
            </a:r>
            <a:r>
              <a:rPr lang="sv-SE" baseline="-25000" dirty="0"/>
              <a:t>4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5</a:t>
            </a:r>
            <a:r>
              <a:rPr lang="sv-SE" dirty="0"/>
              <a:t>} ∪ {</a:t>
            </a:r>
            <a:r>
              <a:rPr lang="sv-SE" i="1" dirty="0"/>
              <a:t>d</a:t>
            </a:r>
            <a:r>
              <a:rPr lang="sv-SE" baseline="-25000" dirty="0"/>
              <a:t>6</a:t>
            </a:r>
            <a:r>
              <a:rPr lang="sv-SE" dirty="0"/>
              <a:t>} -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} - {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} -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4</a:t>
            </a:r>
            <a:r>
              <a:rPr lang="sv-SE" dirty="0"/>
              <a:t>}) = </a:t>
            </a:r>
          </a:p>
          <a:p>
            <a:r>
              <a:rPr lang="sv-SE" dirty="0"/>
              <a:t>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} ∪ ({</a:t>
            </a:r>
            <a:r>
              <a:rPr lang="sv-SE" i="1" dirty="0"/>
              <a:t>d</a:t>
            </a:r>
            <a:r>
              <a:rPr lang="sv-SE" baseline="-25000" dirty="0"/>
              <a:t>4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5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6</a:t>
            </a:r>
            <a:r>
              <a:rPr lang="sv-SE" dirty="0"/>
              <a:t>} -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} - {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} -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4</a:t>
            </a:r>
            <a:r>
              <a:rPr lang="sv-SE" dirty="0"/>
              <a:t>}) =</a:t>
            </a:r>
          </a:p>
          <a:p>
            <a:r>
              <a:rPr lang="sv-SE" dirty="0"/>
              <a:t>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} ∪ ({</a:t>
            </a:r>
            <a:r>
              <a:rPr lang="sv-SE" i="1" dirty="0"/>
              <a:t>d</a:t>
            </a:r>
            <a:r>
              <a:rPr lang="sv-SE" baseline="-25000" dirty="0"/>
              <a:t>5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6</a:t>
            </a:r>
            <a:r>
              <a:rPr lang="sv-SE" dirty="0"/>
              <a:t>) = </a:t>
            </a:r>
            <a:r>
              <a:rPr lang="sv-SE" dirty="0">
                <a:highlight>
                  <a:srgbClr val="FFFF00"/>
                </a:highlight>
              </a:rPr>
              <a:t>{</a:t>
            </a:r>
            <a:r>
              <a:rPr lang="sv-SE" i="1" dirty="0">
                <a:highlight>
                  <a:srgbClr val="FFFF00"/>
                </a:highlight>
              </a:rPr>
              <a:t>d</a:t>
            </a:r>
            <a:r>
              <a:rPr lang="sv-SE" baseline="-25000" dirty="0">
                <a:highlight>
                  <a:srgbClr val="FFFF00"/>
                </a:highlight>
              </a:rPr>
              <a:t>1</a:t>
            </a:r>
            <a:r>
              <a:rPr lang="sv-SE" dirty="0">
                <a:highlight>
                  <a:srgbClr val="FFFF00"/>
                </a:highlight>
              </a:rPr>
              <a:t>, </a:t>
            </a:r>
            <a:r>
              <a:rPr lang="sv-SE" i="1" dirty="0">
                <a:highlight>
                  <a:srgbClr val="FFFF00"/>
                </a:highlight>
              </a:rPr>
              <a:t>d</a:t>
            </a:r>
            <a:r>
              <a:rPr lang="sv-SE" baseline="-25000" dirty="0">
                <a:highlight>
                  <a:srgbClr val="FFFF00"/>
                </a:highlight>
              </a:rPr>
              <a:t>2</a:t>
            </a:r>
            <a:r>
              <a:rPr lang="sv-SE" dirty="0">
                <a:highlight>
                  <a:srgbClr val="FFFF00"/>
                </a:highlight>
              </a:rPr>
              <a:t>, </a:t>
            </a:r>
            <a:r>
              <a:rPr lang="sv-SE" i="1" dirty="0">
                <a:highlight>
                  <a:srgbClr val="FFFF00"/>
                </a:highlight>
              </a:rPr>
              <a:t>d</a:t>
            </a:r>
            <a:r>
              <a:rPr lang="sv-SE" baseline="-25000" dirty="0">
                <a:highlight>
                  <a:srgbClr val="FFFF00"/>
                </a:highlight>
              </a:rPr>
              <a:t>3</a:t>
            </a:r>
            <a:r>
              <a:rPr lang="sv-SE" dirty="0">
                <a:highlight>
                  <a:srgbClr val="FFFF00"/>
                </a:highlight>
              </a:rPr>
              <a:t>, </a:t>
            </a:r>
            <a:r>
              <a:rPr lang="sv-SE" i="1" dirty="0">
                <a:highlight>
                  <a:srgbClr val="FFFF00"/>
                </a:highlight>
              </a:rPr>
              <a:t>d</a:t>
            </a:r>
            <a:r>
              <a:rPr lang="sv-SE" baseline="-25000" dirty="0">
                <a:highlight>
                  <a:srgbClr val="FFFF00"/>
                </a:highlight>
              </a:rPr>
              <a:t>5</a:t>
            </a:r>
            <a:r>
              <a:rPr lang="sv-SE" dirty="0">
                <a:highlight>
                  <a:srgbClr val="FFFF00"/>
                </a:highlight>
              </a:rPr>
              <a:t> , </a:t>
            </a:r>
            <a:r>
              <a:rPr lang="sv-SE" i="1" dirty="0">
                <a:highlight>
                  <a:srgbClr val="FFFF00"/>
                </a:highlight>
              </a:rPr>
              <a:t>d</a:t>
            </a:r>
            <a:r>
              <a:rPr lang="sv-SE" baseline="-25000" dirty="0">
                <a:highlight>
                  <a:srgbClr val="FFFF00"/>
                </a:highlight>
              </a:rPr>
              <a:t>6</a:t>
            </a:r>
            <a:r>
              <a:rPr lang="sv-SE" dirty="0">
                <a:highlight>
                  <a:srgbClr val="FFFF00"/>
                </a:highlight>
              </a:rPr>
              <a:t>, </a:t>
            </a:r>
            <a:r>
              <a:rPr lang="sv-SE" i="1" dirty="0">
                <a:highlight>
                  <a:srgbClr val="FFFF00"/>
                </a:highlight>
              </a:rPr>
              <a:t>d</a:t>
            </a:r>
            <a:r>
              <a:rPr lang="sv-SE" baseline="-25000" dirty="0">
                <a:highlight>
                  <a:srgbClr val="FFFF00"/>
                </a:highlight>
              </a:rPr>
              <a:t>7</a:t>
            </a:r>
            <a:r>
              <a:rPr lang="sv-SE" dirty="0">
                <a:highlight>
                  <a:srgbClr val="FFFF00"/>
                </a:highlight>
              </a:rPr>
              <a:t>} 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8720781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F45C3-2CE0-9343-67B4-9018F9CE2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Algorithm</a:t>
            </a:r>
            <a:r>
              <a:rPr lang="sv-SE" dirty="0"/>
              <a:t> for </a:t>
            </a:r>
            <a:r>
              <a:rPr lang="sv-SE" dirty="0" err="1"/>
              <a:t>calculating</a:t>
            </a:r>
            <a:r>
              <a:rPr lang="sv-SE" dirty="0"/>
              <a:t> IN[</a:t>
            </a:r>
            <a:r>
              <a:rPr lang="sv-SE" i="1" dirty="0"/>
              <a:t>B</a:t>
            </a:r>
            <a:r>
              <a:rPr lang="sv-SE" dirty="0"/>
              <a:t>] and OUT[</a:t>
            </a:r>
            <a:r>
              <a:rPr lang="sv-SE" i="1" dirty="0"/>
              <a:t>B</a:t>
            </a:r>
            <a:r>
              <a:rPr lang="sv-SE" dirty="0"/>
              <a:t>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3A667-383D-B195-AD67-ABDF98C1F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sv-SE" b="1" dirty="0"/>
              <a:t>for</a:t>
            </a:r>
            <a:r>
              <a:rPr lang="sv-SE" dirty="0"/>
              <a:t> (all blocks </a:t>
            </a:r>
            <a:r>
              <a:rPr lang="sv-SE" i="1" dirty="0"/>
              <a:t>B</a:t>
            </a:r>
            <a:r>
              <a:rPr lang="sv-SE" dirty="0"/>
              <a:t>) OUT[</a:t>
            </a:r>
            <a:r>
              <a:rPr lang="sv-SE" i="1" dirty="0"/>
              <a:t>B</a:t>
            </a:r>
            <a:r>
              <a:rPr lang="sv-SE" dirty="0"/>
              <a:t>] = </a:t>
            </a:r>
            <a:r>
              <a:rPr lang="sv-SE" b="0" i="0" dirty="0">
                <a:effectLst/>
                <a:latin typeface="Source Sans Pro" panose="020B0503030403020204" pitchFamily="34" charset="0"/>
              </a:rPr>
              <a:t>∅</a:t>
            </a:r>
            <a:r>
              <a:rPr lang="sv-SE" dirty="0"/>
              <a:t>;</a:t>
            </a:r>
          </a:p>
          <a:p>
            <a:pPr marL="0" indent="0">
              <a:buNone/>
            </a:pPr>
            <a:r>
              <a:rPr lang="sv-SE" b="1" dirty="0" err="1"/>
              <a:t>repeat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     </a:t>
            </a:r>
            <a:r>
              <a:rPr lang="sv-SE" b="1" dirty="0"/>
              <a:t>for</a:t>
            </a:r>
            <a:r>
              <a:rPr lang="sv-SE" dirty="0"/>
              <a:t> (all blocks </a:t>
            </a:r>
            <a:r>
              <a:rPr lang="sv-SE" i="1" dirty="0"/>
              <a:t>B</a:t>
            </a:r>
            <a:r>
              <a:rPr lang="sv-SE" dirty="0"/>
              <a:t>) {</a:t>
            </a:r>
          </a:p>
          <a:p>
            <a:pPr marL="0" indent="0">
              <a:buNone/>
            </a:pPr>
            <a:r>
              <a:rPr lang="sv-SE" dirty="0"/>
              <a:t>          IN[</a:t>
            </a:r>
            <a:r>
              <a:rPr lang="sv-SE" i="1" dirty="0"/>
              <a:t>B</a:t>
            </a:r>
            <a:r>
              <a:rPr lang="sv-SE" dirty="0"/>
              <a:t>] = ∪ </a:t>
            </a:r>
            <a:r>
              <a:rPr lang="sv-SE" baseline="-25000" dirty="0"/>
              <a:t>Block </a:t>
            </a:r>
            <a:r>
              <a:rPr lang="sv-SE" i="1" baseline="-25000" dirty="0"/>
              <a:t>P </a:t>
            </a:r>
            <a:r>
              <a:rPr lang="sv-SE" baseline="-25000" dirty="0"/>
              <a:t>is a </a:t>
            </a:r>
            <a:r>
              <a:rPr lang="sv-SE" baseline="-25000" dirty="0" err="1"/>
              <a:t>predecessors</a:t>
            </a:r>
            <a:r>
              <a:rPr lang="sv-SE" baseline="-25000" dirty="0"/>
              <a:t> </a:t>
            </a:r>
            <a:r>
              <a:rPr lang="sv-SE" baseline="-25000" dirty="0" err="1"/>
              <a:t>of</a:t>
            </a:r>
            <a:r>
              <a:rPr lang="sv-SE" baseline="-25000" dirty="0"/>
              <a:t> </a:t>
            </a:r>
            <a:r>
              <a:rPr lang="sv-SE" i="1" baseline="-25000" dirty="0"/>
              <a:t>B</a:t>
            </a:r>
            <a:r>
              <a:rPr lang="sv-SE" dirty="0"/>
              <a:t> OUT[</a:t>
            </a:r>
            <a:r>
              <a:rPr lang="sv-SE" i="1" dirty="0"/>
              <a:t>P</a:t>
            </a:r>
            <a:r>
              <a:rPr lang="sv-SE" dirty="0"/>
              <a:t>];</a:t>
            </a:r>
          </a:p>
          <a:p>
            <a:pPr marL="0" indent="0">
              <a:buNone/>
            </a:pPr>
            <a:r>
              <a:rPr lang="sv-SE" dirty="0"/>
              <a:t>          OUT[</a:t>
            </a:r>
            <a:r>
              <a:rPr lang="sv-SE" i="1" dirty="0"/>
              <a:t>B</a:t>
            </a:r>
            <a:r>
              <a:rPr lang="sv-SE" dirty="0"/>
              <a:t>] = </a:t>
            </a:r>
            <a:r>
              <a:rPr lang="sv-SE" dirty="0" err="1"/>
              <a:t>gen</a:t>
            </a:r>
            <a:r>
              <a:rPr lang="sv-SE" i="1" baseline="-25000" dirty="0" err="1"/>
              <a:t>B</a:t>
            </a:r>
            <a:r>
              <a:rPr lang="sv-SE" dirty="0"/>
              <a:t> ∪ (IN[</a:t>
            </a:r>
            <a:r>
              <a:rPr lang="sv-SE" i="1" dirty="0"/>
              <a:t>B</a:t>
            </a:r>
            <a:r>
              <a:rPr lang="sv-SE" dirty="0"/>
              <a:t>] - </a:t>
            </a:r>
            <a:r>
              <a:rPr lang="sv-SE" dirty="0" err="1"/>
              <a:t>kill</a:t>
            </a:r>
            <a:r>
              <a:rPr lang="sv-SE" i="1" baseline="-25000" dirty="0" err="1"/>
              <a:t>B</a:t>
            </a:r>
            <a:r>
              <a:rPr lang="sv-SE" dirty="0"/>
              <a:t>);</a:t>
            </a:r>
          </a:p>
          <a:p>
            <a:pPr marL="0" indent="0">
              <a:buNone/>
            </a:pPr>
            <a:r>
              <a:rPr lang="sv-SE" dirty="0"/>
              <a:t>     }</a:t>
            </a:r>
          </a:p>
          <a:p>
            <a:pPr marL="0" indent="0">
              <a:buNone/>
            </a:pPr>
            <a:r>
              <a:rPr lang="sv-SE" b="1" dirty="0" err="1"/>
              <a:t>until</a:t>
            </a:r>
            <a:r>
              <a:rPr lang="sv-SE" dirty="0"/>
              <a:t> no </a:t>
            </a:r>
            <a:r>
              <a:rPr lang="sv-SE" dirty="0" err="1"/>
              <a:t>changes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any</a:t>
            </a:r>
            <a:r>
              <a:rPr lang="sv-SE" dirty="0"/>
              <a:t> OUT </a:t>
            </a:r>
            <a:r>
              <a:rPr lang="sv-SE" dirty="0" err="1"/>
              <a:t>uccur</a:t>
            </a:r>
            <a:endParaRPr lang="sv-SE" dirty="0"/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r>
              <a:rPr lang="sv-SE" dirty="0"/>
              <a:t>The definitions </a:t>
            </a:r>
            <a:r>
              <a:rPr lang="sv-SE" dirty="0" err="1"/>
              <a:t>can</a:t>
            </a:r>
            <a:r>
              <a:rPr lang="sv-SE" dirty="0"/>
              <a:t> be </a:t>
            </a:r>
            <a:r>
              <a:rPr lang="sv-SE" dirty="0" err="1"/>
              <a:t>efficiently</a:t>
            </a:r>
            <a:r>
              <a:rPr lang="sv-SE" dirty="0"/>
              <a:t> </a:t>
            </a:r>
            <a:r>
              <a:rPr lang="sv-SE" dirty="0" err="1"/>
              <a:t>represented</a:t>
            </a:r>
            <a:r>
              <a:rPr lang="sv-SE" dirty="0"/>
              <a:t> as a bit </a:t>
            </a:r>
            <a:r>
              <a:rPr lang="sv-SE" dirty="0" err="1"/>
              <a:t>vector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9062664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BBDD5-26E6-AE83-81DE-E4864BCCC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624D6-3DD5-1FF3-5DF3-0322E2511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Bit </a:t>
            </a:r>
            <a:r>
              <a:rPr lang="sv-SE" dirty="0" err="1"/>
              <a:t>vectors</a:t>
            </a:r>
            <a:r>
              <a:rPr lang="sv-SE" dirty="0"/>
              <a:t> and set operations 1(2)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0F4DE-5B93-7F23-D559-E2274EB23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/>
              <a:t>If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analyze</a:t>
            </a:r>
            <a:r>
              <a:rPr lang="sv-SE" dirty="0"/>
              <a:t> a program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i="1" dirty="0"/>
              <a:t>n</a:t>
            </a:r>
            <a:r>
              <a:rPr lang="sv-SE" dirty="0"/>
              <a:t> definitions, </a:t>
            </a:r>
            <a:r>
              <a:rPr lang="sv-SE" dirty="0" err="1"/>
              <a:t>then</a:t>
            </a:r>
            <a:r>
              <a:rPr lang="sv-SE" dirty="0"/>
              <a:t> </a:t>
            </a:r>
            <a:r>
              <a:rPr lang="sv-SE" dirty="0" err="1"/>
              <a:t>these</a:t>
            </a:r>
            <a:r>
              <a:rPr lang="sv-SE" dirty="0"/>
              <a:t> </a:t>
            </a:r>
            <a:r>
              <a:rPr lang="sv-SE" i="1" dirty="0"/>
              <a:t>n</a:t>
            </a:r>
            <a:r>
              <a:rPr lang="sv-SE" dirty="0"/>
              <a:t> definitions </a:t>
            </a:r>
            <a:r>
              <a:rPr lang="sv-SE" dirty="0" err="1"/>
              <a:t>can</a:t>
            </a:r>
            <a:r>
              <a:rPr lang="sv-SE" dirty="0"/>
              <a:t> be </a:t>
            </a:r>
            <a:r>
              <a:rPr lang="sv-SE" dirty="0" err="1"/>
              <a:t>represented</a:t>
            </a:r>
            <a:r>
              <a:rPr lang="sv-SE" dirty="0"/>
              <a:t> by a bit </a:t>
            </a:r>
            <a:r>
              <a:rPr lang="sv-SE" dirty="0" err="1"/>
              <a:t>vector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length</a:t>
            </a:r>
            <a:r>
              <a:rPr lang="sv-SE" dirty="0"/>
              <a:t> </a:t>
            </a:r>
            <a:r>
              <a:rPr lang="sv-SE" i="1" dirty="0"/>
              <a:t>n</a:t>
            </a:r>
          </a:p>
          <a:p>
            <a:r>
              <a:rPr lang="sv-SE" dirty="0"/>
              <a:t>A </a:t>
            </a:r>
            <a:r>
              <a:rPr lang="sv-SE" dirty="0" err="1"/>
              <a:t>subset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these</a:t>
            </a:r>
            <a:r>
              <a:rPr lang="sv-SE" dirty="0"/>
              <a:t> definitions </a:t>
            </a:r>
            <a:r>
              <a:rPr lang="sv-SE" dirty="0" err="1"/>
              <a:t>corresponds</a:t>
            </a:r>
            <a:r>
              <a:rPr lang="sv-SE" dirty="0"/>
              <a:t> to the bit </a:t>
            </a:r>
            <a:r>
              <a:rPr lang="sv-SE" dirty="0" err="1"/>
              <a:t>vector</a:t>
            </a:r>
            <a:r>
              <a:rPr lang="sv-SE" dirty="0"/>
              <a:t> </a:t>
            </a:r>
            <a:r>
              <a:rPr lang="sv-SE" dirty="0" err="1"/>
              <a:t>where</a:t>
            </a:r>
            <a:r>
              <a:rPr lang="sv-SE" dirty="0"/>
              <a:t> the definitions in the </a:t>
            </a:r>
            <a:r>
              <a:rPr lang="sv-SE" dirty="0" err="1"/>
              <a:t>subset</a:t>
            </a:r>
            <a:r>
              <a:rPr lang="sv-SE" dirty="0"/>
              <a:t> </a:t>
            </a:r>
            <a:r>
              <a:rPr lang="sv-SE" dirty="0" err="1"/>
              <a:t>correspond</a:t>
            </a:r>
            <a:r>
              <a:rPr lang="sv-SE" dirty="0"/>
              <a:t> to a 1 in the bit </a:t>
            </a:r>
            <a:r>
              <a:rPr lang="sv-SE" dirty="0" err="1"/>
              <a:t>vector</a:t>
            </a:r>
            <a:r>
              <a:rPr lang="sv-SE" dirty="0"/>
              <a:t> and the </a:t>
            </a:r>
            <a:r>
              <a:rPr lang="sv-SE" dirty="0" err="1"/>
              <a:t>other</a:t>
            </a:r>
            <a:r>
              <a:rPr lang="sv-SE" dirty="0"/>
              <a:t> bits </a:t>
            </a:r>
            <a:r>
              <a:rPr lang="sv-SE" dirty="0" err="1"/>
              <a:t>have</a:t>
            </a:r>
            <a:r>
              <a:rPr lang="sv-SE" dirty="0"/>
              <a:t> </a:t>
            </a:r>
            <a:r>
              <a:rPr lang="sv-SE" dirty="0" err="1"/>
              <a:t>value</a:t>
            </a:r>
            <a:r>
              <a:rPr lang="sv-SE" dirty="0"/>
              <a:t> 0</a:t>
            </a:r>
          </a:p>
          <a:p>
            <a:r>
              <a:rPr lang="sv-SE" dirty="0"/>
              <a:t>For </a:t>
            </a:r>
            <a:r>
              <a:rPr lang="sv-SE" dirty="0" err="1"/>
              <a:t>instance</a:t>
            </a:r>
            <a:r>
              <a:rPr lang="sv-SE" dirty="0"/>
              <a:t>, </a:t>
            </a:r>
            <a:r>
              <a:rPr lang="sv-SE" dirty="0" err="1"/>
              <a:t>if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consider</a:t>
            </a:r>
            <a:r>
              <a:rPr lang="sv-SE" dirty="0"/>
              <a:t> the </a:t>
            </a:r>
            <a:r>
              <a:rPr lang="sv-SE" dirty="0" err="1"/>
              <a:t>seven</a:t>
            </a:r>
            <a:r>
              <a:rPr lang="sv-SE" dirty="0"/>
              <a:t> definitions in the </a:t>
            </a:r>
            <a:r>
              <a:rPr lang="sv-SE" dirty="0" err="1"/>
              <a:t>previous</a:t>
            </a:r>
            <a:r>
              <a:rPr lang="sv-SE" dirty="0"/>
              <a:t> </a:t>
            </a:r>
            <a:r>
              <a:rPr lang="sv-SE" dirty="0" err="1"/>
              <a:t>example</a:t>
            </a:r>
            <a:r>
              <a:rPr lang="sv-SE" dirty="0"/>
              <a:t>, the </a:t>
            </a:r>
            <a:r>
              <a:rPr lang="sv-SE" dirty="0" err="1"/>
              <a:t>subset</a:t>
            </a:r>
            <a:r>
              <a:rPr lang="sv-SE" dirty="0"/>
              <a:t> gen</a:t>
            </a:r>
            <a:r>
              <a:rPr lang="sv-SE" i="1" baseline="-25000" dirty="0"/>
              <a:t>B</a:t>
            </a:r>
            <a:r>
              <a:rPr lang="sv-SE" baseline="-25000" dirty="0"/>
              <a:t>1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} = 1110000, and kill</a:t>
            </a:r>
            <a:r>
              <a:rPr lang="sv-SE" i="1" baseline="-25000" dirty="0"/>
              <a:t>B4</a:t>
            </a:r>
            <a:r>
              <a:rPr lang="sv-SE" dirty="0"/>
              <a:t> = </a:t>
            </a:r>
            <a:br>
              <a:rPr lang="sv-SE" dirty="0"/>
            </a:br>
            <a:r>
              <a:rPr lang="sv-SE" dirty="0"/>
              <a:t>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4</a:t>
            </a:r>
            <a:r>
              <a:rPr lang="sv-SE" dirty="0"/>
              <a:t>} = 1001000</a:t>
            </a:r>
          </a:p>
          <a:p>
            <a:endParaRPr lang="sv-SE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5108915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A8FB6-33CB-08AD-60F1-4089EBF76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B203B-9AA3-96C2-831C-011863717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Bit </a:t>
            </a:r>
            <a:r>
              <a:rPr lang="sv-SE" dirty="0" err="1"/>
              <a:t>vectors</a:t>
            </a:r>
            <a:r>
              <a:rPr lang="sv-SE" dirty="0"/>
              <a:t> and set operations 2(2)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8722B-BA22-8C16-F54C-A5E08C873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/>
              <a:t>A ∪ B = A OR B, </a:t>
            </a:r>
            <a:r>
              <a:rPr lang="sv-SE" dirty="0" err="1"/>
              <a:t>e.g</a:t>
            </a:r>
            <a:r>
              <a:rPr lang="sv-SE" dirty="0"/>
              <a:t>., gen</a:t>
            </a:r>
            <a:r>
              <a:rPr lang="sv-SE" i="1" baseline="-25000" dirty="0"/>
              <a:t>B</a:t>
            </a:r>
            <a:r>
              <a:rPr lang="sv-SE" baseline="-25000" dirty="0"/>
              <a:t>1 </a:t>
            </a:r>
            <a:r>
              <a:rPr lang="sv-SE" dirty="0"/>
              <a:t>∪ gen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} ∪ {</a:t>
            </a:r>
            <a:r>
              <a:rPr lang="sv-SE" i="1" dirty="0"/>
              <a:t>d</a:t>
            </a:r>
            <a:r>
              <a:rPr lang="sv-SE" baseline="-25000" dirty="0"/>
              <a:t>4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5</a:t>
            </a:r>
            <a:r>
              <a:rPr lang="sv-SE" dirty="0"/>
              <a:t>} = </a:t>
            </a:r>
            <a:br>
              <a:rPr lang="sv-SE" dirty="0"/>
            </a:br>
            <a:r>
              <a:rPr lang="sv-SE" dirty="0"/>
              <a:t>1110000 OR 0001100 = 1111100 =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4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5</a:t>
            </a:r>
            <a:r>
              <a:rPr lang="sv-SE" dirty="0"/>
              <a:t>} </a:t>
            </a:r>
          </a:p>
          <a:p>
            <a:r>
              <a:rPr lang="sv-SE" dirty="0"/>
              <a:t>A </a:t>
            </a:r>
            <a:r>
              <a:rPr lang="sv-SE" dirty="0">
                <a:latin typeface="Cambria Math" panose="02040503050406030204" pitchFamily="18" charset="0"/>
                <a:ea typeface="Cambria Math" panose="02040503050406030204" pitchFamily="18" charset="0"/>
              </a:rPr>
              <a:t>⋂ </a:t>
            </a:r>
            <a:r>
              <a:rPr lang="sv-SE" dirty="0"/>
              <a:t>B = A AND B, </a:t>
            </a:r>
            <a:r>
              <a:rPr lang="sv-SE" dirty="0" err="1"/>
              <a:t>e.g</a:t>
            </a:r>
            <a:r>
              <a:rPr lang="sv-SE" dirty="0"/>
              <a:t>., gen</a:t>
            </a:r>
            <a:r>
              <a:rPr lang="sv-SE" i="1" baseline="-25000" dirty="0"/>
              <a:t>B</a:t>
            </a:r>
            <a:r>
              <a:rPr lang="sv-SE" baseline="-25000" dirty="0"/>
              <a:t>1 </a:t>
            </a:r>
            <a:r>
              <a:rPr lang="sv-SE" dirty="0">
                <a:latin typeface="Cambria Math" panose="02040503050406030204" pitchFamily="18" charset="0"/>
                <a:ea typeface="Cambria Math" panose="02040503050406030204" pitchFamily="18" charset="0"/>
              </a:rPr>
              <a:t>⋂</a:t>
            </a:r>
            <a:r>
              <a:rPr lang="sv-SE" dirty="0"/>
              <a:t> gen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} </a:t>
            </a:r>
            <a:r>
              <a:rPr lang="sv-SE" dirty="0">
                <a:latin typeface="Cambria Math" panose="02040503050406030204" pitchFamily="18" charset="0"/>
                <a:ea typeface="Cambria Math" panose="02040503050406030204" pitchFamily="18" charset="0"/>
              </a:rPr>
              <a:t>⋂</a:t>
            </a:r>
            <a:r>
              <a:rPr lang="sv-SE" dirty="0"/>
              <a:t> {</a:t>
            </a:r>
            <a:r>
              <a:rPr lang="sv-SE" i="1" dirty="0"/>
              <a:t>d</a:t>
            </a:r>
            <a:r>
              <a:rPr lang="sv-SE" baseline="-25000" dirty="0"/>
              <a:t>4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5</a:t>
            </a:r>
            <a:r>
              <a:rPr lang="sv-SE" dirty="0"/>
              <a:t>} = </a:t>
            </a:r>
            <a:br>
              <a:rPr lang="sv-SE" dirty="0"/>
            </a:br>
            <a:r>
              <a:rPr lang="sv-SE" dirty="0"/>
              <a:t>1110000 AND 0001100 = 0000000 = </a:t>
            </a:r>
            <a:r>
              <a:rPr lang="sv-SE" b="0" i="0" dirty="0">
                <a:effectLst/>
                <a:latin typeface="Source Sans Pro" panose="020B0503030403020204" pitchFamily="34" charset="0"/>
              </a:rPr>
              <a:t>∅</a:t>
            </a:r>
          </a:p>
          <a:p>
            <a:r>
              <a:rPr lang="sv-SE" dirty="0">
                <a:latin typeface="Source Sans Pro" panose="020B0503030403020204" pitchFamily="34" charset="0"/>
              </a:rPr>
              <a:t>A – B = A AND (NOT B), </a:t>
            </a:r>
            <a:r>
              <a:rPr lang="sv-SE" dirty="0" err="1">
                <a:latin typeface="Source Sans Pro" panose="020B0503030403020204" pitchFamily="34" charset="0"/>
              </a:rPr>
              <a:t>e.g</a:t>
            </a:r>
            <a:r>
              <a:rPr lang="sv-SE" dirty="0">
                <a:latin typeface="Source Sans Pro" panose="020B0503030403020204" pitchFamily="34" charset="0"/>
              </a:rPr>
              <a:t>., </a:t>
            </a:r>
            <a:r>
              <a:rPr lang="sv-SE" dirty="0"/>
              <a:t>gen</a:t>
            </a:r>
            <a:r>
              <a:rPr lang="sv-SE" i="1" baseline="-25000" dirty="0"/>
              <a:t>B</a:t>
            </a:r>
            <a:r>
              <a:rPr lang="sv-SE" baseline="-25000" dirty="0"/>
              <a:t>1 </a:t>
            </a:r>
            <a:r>
              <a:rPr lang="sv-SE" dirty="0"/>
              <a:t>- kill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=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} - {</a:t>
            </a:r>
            <a:r>
              <a:rPr lang="sv-SE" i="1" dirty="0"/>
              <a:t>d</a:t>
            </a:r>
            <a:r>
              <a:rPr lang="sv-SE" baseline="-25000" dirty="0"/>
              <a:t>1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2</a:t>
            </a:r>
            <a:r>
              <a:rPr lang="sv-SE" dirty="0"/>
              <a:t>, </a:t>
            </a:r>
            <a:r>
              <a:rPr lang="sv-SE" i="1" dirty="0"/>
              <a:t>d</a:t>
            </a:r>
            <a:r>
              <a:rPr lang="sv-SE" baseline="-25000" dirty="0"/>
              <a:t>7</a:t>
            </a:r>
            <a:r>
              <a:rPr lang="sv-SE" dirty="0"/>
              <a:t>} = 1110000 AND (NOT 1100001) = 1110000 AND 0011110 = </a:t>
            </a:r>
            <a:br>
              <a:rPr lang="sv-SE" dirty="0"/>
            </a:br>
            <a:r>
              <a:rPr lang="sv-SE" dirty="0"/>
              <a:t>0010000 = {</a:t>
            </a:r>
            <a:r>
              <a:rPr lang="sv-SE" i="1" dirty="0"/>
              <a:t>d</a:t>
            </a:r>
            <a:r>
              <a:rPr lang="sv-SE" baseline="-25000" dirty="0"/>
              <a:t>3</a:t>
            </a:r>
            <a:r>
              <a:rPr lang="sv-SE" dirty="0"/>
              <a:t>} </a:t>
            </a:r>
          </a:p>
          <a:p>
            <a:endParaRPr lang="sv-SE" dirty="0"/>
          </a:p>
          <a:p>
            <a:endParaRPr lang="sv-SE" dirty="0"/>
          </a:p>
          <a:p>
            <a:endParaRPr lang="sv-SE" dirty="0"/>
          </a:p>
          <a:p>
            <a:endParaRPr lang="sv-SE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8716435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10559-F973-0C9C-334F-728FBF774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Example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bitvectors</a:t>
            </a:r>
            <a:endParaRPr lang="sv-SE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7BF5705-5E90-257D-2E41-9D995F427D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0937965"/>
              </p:ext>
            </p:extLst>
          </p:nvPr>
        </p:nvGraphicFramePr>
        <p:xfrm>
          <a:off x="838200" y="1825625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185228627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11355907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06358885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81599958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20617292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96729616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8365593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9307920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Iteration 0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sv-SE" dirty="0" err="1"/>
                        <a:t>Interation</a:t>
                      </a:r>
                      <a:r>
                        <a:rPr lang="sv-SE" dirty="0"/>
                        <a:t> 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 err="1"/>
                        <a:t>Interation</a:t>
                      </a:r>
                      <a:r>
                        <a:rPr lang="sv-SE" dirty="0"/>
                        <a:t> 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 err="1"/>
                        <a:t>Interation</a:t>
                      </a:r>
                      <a:r>
                        <a:rPr lang="sv-SE" dirty="0"/>
                        <a:t> 3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634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Block </a:t>
                      </a:r>
                      <a:r>
                        <a:rPr lang="sv-SE" i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OUT[</a:t>
                      </a:r>
                      <a:r>
                        <a:rPr lang="sv-SE" i="1" dirty="0"/>
                        <a:t>B</a:t>
                      </a:r>
                      <a:r>
                        <a:rPr lang="sv-SE" dirty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IN[</a:t>
                      </a:r>
                      <a:r>
                        <a:rPr lang="sv-SE" i="1" dirty="0"/>
                        <a:t>B</a:t>
                      </a:r>
                      <a:r>
                        <a:rPr lang="sv-SE" dirty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OUT[</a:t>
                      </a:r>
                      <a:r>
                        <a:rPr lang="sv-SE" i="1" dirty="0"/>
                        <a:t>B</a:t>
                      </a:r>
                      <a:r>
                        <a:rPr lang="sv-SE" dirty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IN[</a:t>
                      </a:r>
                      <a:r>
                        <a:rPr lang="sv-SE" i="1" dirty="0"/>
                        <a:t>B</a:t>
                      </a:r>
                      <a:r>
                        <a:rPr lang="sv-SE" dirty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OUT[</a:t>
                      </a:r>
                      <a:r>
                        <a:rPr lang="sv-SE" i="1" dirty="0"/>
                        <a:t>B</a:t>
                      </a:r>
                      <a:r>
                        <a:rPr lang="sv-SE" dirty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IN[</a:t>
                      </a:r>
                      <a:r>
                        <a:rPr lang="sv-SE" i="1" dirty="0"/>
                        <a:t>B</a:t>
                      </a:r>
                      <a:r>
                        <a:rPr lang="sv-SE" dirty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OUT[</a:t>
                      </a:r>
                      <a:r>
                        <a:rPr lang="sv-SE" i="1" dirty="0"/>
                        <a:t>B</a:t>
                      </a:r>
                      <a:r>
                        <a:rPr lang="sv-SE" dirty="0"/>
                        <a:t>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937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v-SE" i="1" dirty="0"/>
                        <a:t>B</a:t>
                      </a:r>
                      <a:r>
                        <a:rPr lang="sv-SE" i="0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sv-SE" dirty="0"/>
                        <a:t>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sv-SE" dirty="0"/>
                        <a:t>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1110000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sv-SE" dirty="0"/>
                        <a:t>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1110000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sv-SE" dirty="0"/>
                        <a:t>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1110000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095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i="1" dirty="0"/>
                        <a:t>B</a:t>
                      </a:r>
                      <a:r>
                        <a:rPr lang="sv-SE" i="0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1110000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0011100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1110111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0011110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1110111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0011110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222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i="1" dirty="0"/>
                        <a:t>B</a:t>
                      </a:r>
                      <a:r>
                        <a:rPr lang="sv-SE" i="0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0011100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0001110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0011110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0001110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0011110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0001110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402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i="1" dirty="0"/>
                        <a:t>B</a:t>
                      </a:r>
                      <a:r>
                        <a:rPr lang="sv-SE" i="0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0011110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0010111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0011110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0010111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0011110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0010111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4619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4EAD89D-4420-7440-4BB3-C6299F19215A}"/>
              </a:ext>
            </a:extLst>
          </p:cNvPr>
          <p:cNvSpPr txBox="1"/>
          <p:nvPr/>
        </p:nvSpPr>
        <p:spPr>
          <a:xfrm>
            <a:off x="3277353" y="4689695"/>
            <a:ext cx="62921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000" dirty="0" err="1"/>
              <a:t>There</a:t>
            </a:r>
            <a:r>
              <a:rPr lang="sv-SE" sz="2000" dirty="0"/>
              <a:t> </a:t>
            </a:r>
            <a:r>
              <a:rPr lang="sv-SE" sz="2000" dirty="0" err="1"/>
              <a:t>are</a:t>
            </a:r>
            <a:r>
              <a:rPr lang="sv-SE" sz="2000" dirty="0"/>
              <a:t> no </a:t>
            </a:r>
            <a:r>
              <a:rPr lang="sv-SE" sz="2000" dirty="0" err="1"/>
              <a:t>changes</a:t>
            </a:r>
            <a:r>
              <a:rPr lang="sv-SE" sz="2000" dirty="0"/>
              <a:t> </a:t>
            </a:r>
            <a:r>
              <a:rPr lang="sv-SE" sz="2000" dirty="0" err="1"/>
              <a:t>of</a:t>
            </a:r>
            <a:r>
              <a:rPr lang="sv-SE" sz="2000" dirty="0"/>
              <a:t> </a:t>
            </a:r>
            <a:r>
              <a:rPr lang="sv-SE" sz="2000" dirty="0" err="1"/>
              <a:t>any</a:t>
            </a:r>
            <a:r>
              <a:rPr lang="sv-SE" sz="2000" dirty="0"/>
              <a:t> OUT </a:t>
            </a:r>
            <a:r>
              <a:rPr lang="sv-SE" sz="2000" dirty="0" err="1"/>
              <a:t>after</a:t>
            </a:r>
            <a:r>
              <a:rPr lang="sv-SE" sz="2000" dirty="0"/>
              <a:t> </a:t>
            </a:r>
            <a:r>
              <a:rPr lang="sv-SE" sz="2000" dirty="0" err="1"/>
              <a:t>interation</a:t>
            </a:r>
            <a:r>
              <a:rPr lang="sv-SE" sz="2000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1669441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F531B-5470-39C1-5905-750299C05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63B08-B629-49EC-A504-9C27EE1AD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Example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bitvectors</a:t>
            </a:r>
            <a:endParaRPr lang="sv-SE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2E98CD8-50F1-A53E-D82F-3553D1C375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0248556"/>
              </p:ext>
            </p:extLst>
          </p:nvPr>
        </p:nvGraphicFramePr>
        <p:xfrm>
          <a:off x="838200" y="1825625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185228627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11355907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06358885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81599958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20617292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96729616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8365593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9307920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Iteration 0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sv-SE" dirty="0" err="1"/>
                        <a:t>Interation</a:t>
                      </a:r>
                      <a:r>
                        <a:rPr lang="sv-SE" dirty="0"/>
                        <a:t> 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 err="1"/>
                        <a:t>Interation</a:t>
                      </a:r>
                      <a:r>
                        <a:rPr lang="sv-SE" dirty="0"/>
                        <a:t> 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 err="1"/>
                        <a:t>Interation</a:t>
                      </a:r>
                      <a:r>
                        <a:rPr lang="sv-SE" dirty="0"/>
                        <a:t> 3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634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Block </a:t>
                      </a:r>
                      <a:r>
                        <a:rPr lang="sv-SE" i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OUT[</a:t>
                      </a:r>
                      <a:r>
                        <a:rPr lang="sv-SE" i="1" dirty="0"/>
                        <a:t>B</a:t>
                      </a:r>
                      <a:r>
                        <a:rPr lang="sv-SE" dirty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IN[</a:t>
                      </a:r>
                      <a:r>
                        <a:rPr lang="sv-SE" i="1" dirty="0"/>
                        <a:t>B</a:t>
                      </a:r>
                      <a:r>
                        <a:rPr lang="sv-SE" dirty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OUT[</a:t>
                      </a:r>
                      <a:r>
                        <a:rPr lang="sv-SE" i="1" dirty="0"/>
                        <a:t>B</a:t>
                      </a:r>
                      <a:r>
                        <a:rPr lang="sv-SE" dirty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IN[</a:t>
                      </a:r>
                      <a:r>
                        <a:rPr lang="sv-SE" i="1" dirty="0"/>
                        <a:t>B</a:t>
                      </a:r>
                      <a:r>
                        <a:rPr lang="sv-SE" dirty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OUT[</a:t>
                      </a:r>
                      <a:r>
                        <a:rPr lang="sv-SE" i="1" dirty="0"/>
                        <a:t>B</a:t>
                      </a:r>
                      <a:r>
                        <a:rPr lang="sv-SE" dirty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IN[</a:t>
                      </a:r>
                      <a:r>
                        <a:rPr lang="sv-SE" i="1" dirty="0"/>
                        <a:t>B</a:t>
                      </a:r>
                      <a:r>
                        <a:rPr lang="sv-SE" dirty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OUT[</a:t>
                      </a:r>
                      <a:r>
                        <a:rPr lang="sv-SE" i="1" dirty="0"/>
                        <a:t>B</a:t>
                      </a:r>
                      <a:r>
                        <a:rPr lang="sv-SE" dirty="0"/>
                        <a:t>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937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v-SE" i="1" dirty="0"/>
                        <a:t>B</a:t>
                      </a:r>
                      <a:r>
                        <a:rPr lang="sv-SE" i="0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sv-SE" dirty="0"/>
                        <a:t>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sv-SE" dirty="0"/>
                        <a:t>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1110000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sv-SE" dirty="0"/>
                        <a:t>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1110000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sv-SE" dirty="0"/>
                        <a:t>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1110000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095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i="1" dirty="0"/>
                        <a:t>B</a:t>
                      </a:r>
                      <a:r>
                        <a:rPr lang="sv-SE" i="0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1110000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0011100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1110111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0011110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>
                          <a:highlight>
                            <a:srgbClr val="FFFF00"/>
                          </a:highlight>
                        </a:rPr>
                        <a:t>1110111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0011110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222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i="1" dirty="0"/>
                        <a:t>B</a:t>
                      </a:r>
                      <a:r>
                        <a:rPr lang="sv-SE" i="0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0011100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0001110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0011110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0001110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0011110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0001110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402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i="1" dirty="0"/>
                        <a:t>B</a:t>
                      </a:r>
                      <a:r>
                        <a:rPr lang="sv-SE" i="0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0011110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0010111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0011110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0010111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0011110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dirty="0"/>
                        <a:t>0010111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4619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A6B4585-C325-FA53-B9A1-70028DB93500}"/>
              </a:ext>
            </a:extLst>
          </p:cNvPr>
          <p:cNvSpPr txBox="1"/>
          <p:nvPr/>
        </p:nvSpPr>
        <p:spPr>
          <a:xfrm>
            <a:off x="3277353" y="4689695"/>
            <a:ext cx="62921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000" dirty="0" err="1"/>
              <a:t>There</a:t>
            </a:r>
            <a:r>
              <a:rPr lang="sv-SE" sz="2000" dirty="0"/>
              <a:t> </a:t>
            </a:r>
            <a:r>
              <a:rPr lang="sv-SE" sz="2000" dirty="0" err="1"/>
              <a:t>are</a:t>
            </a:r>
            <a:r>
              <a:rPr lang="sv-SE" sz="2000" dirty="0"/>
              <a:t> no </a:t>
            </a:r>
            <a:r>
              <a:rPr lang="sv-SE" sz="2000" dirty="0" err="1"/>
              <a:t>changes</a:t>
            </a:r>
            <a:r>
              <a:rPr lang="sv-SE" sz="2000" dirty="0"/>
              <a:t> </a:t>
            </a:r>
            <a:r>
              <a:rPr lang="sv-SE" sz="2000" dirty="0" err="1"/>
              <a:t>of</a:t>
            </a:r>
            <a:r>
              <a:rPr lang="sv-SE" sz="2000" dirty="0"/>
              <a:t> </a:t>
            </a:r>
            <a:r>
              <a:rPr lang="sv-SE" sz="2000" dirty="0" err="1"/>
              <a:t>any</a:t>
            </a:r>
            <a:r>
              <a:rPr lang="sv-SE" sz="2000" dirty="0"/>
              <a:t> OUT </a:t>
            </a:r>
            <a:r>
              <a:rPr lang="sv-SE" sz="2000" dirty="0" err="1"/>
              <a:t>after</a:t>
            </a:r>
            <a:r>
              <a:rPr lang="sv-SE" sz="2000" dirty="0"/>
              <a:t> </a:t>
            </a:r>
            <a:r>
              <a:rPr lang="sv-SE" sz="2000" dirty="0" err="1"/>
              <a:t>interation</a:t>
            </a:r>
            <a:r>
              <a:rPr lang="sv-SE" sz="2000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28552786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3945B-70C6-8589-A274-81B229153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Live-</a:t>
            </a:r>
            <a:r>
              <a:rPr lang="sv-SE" dirty="0" err="1"/>
              <a:t>variable</a:t>
            </a:r>
            <a:r>
              <a:rPr lang="sv-SE" dirty="0"/>
              <a:t> </a:t>
            </a:r>
            <a:r>
              <a:rPr lang="sv-SE" dirty="0" err="1"/>
              <a:t>analysis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858F5-CDA9-1B73-C234-E2B1BF5C2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Some</a:t>
            </a:r>
            <a:r>
              <a:rPr lang="sv-SE" dirty="0"/>
              <a:t>  </a:t>
            </a:r>
            <a:r>
              <a:rPr lang="sv-SE" dirty="0" err="1"/>
              <a:t>code-improving</a:t>
            </a:r>
            <a:r>
              <a:rPr lang="sv-SE" dirty="0"/>
              <a:t> transformations </a:t>
            </a:r>
            <a:r>
              <a:rPr lang="sv-SE" dirty="0" err="1"/>
              <a:t>depend</a:t>
            </a:r>
            <a:r>
              <a:rPr lang="sv-SE" dirty="0"/>
              <a:t> on </a:t>
            </a:r>
            <a:r>
              <a:rPr lang="sv-SE" dirty="0" err="1"/>
              <a:t>analysis</a:t>
            </a:r>
            <a:r>
              <a:rPr lang="sv-SE" dirty="0"/>
              <a:t> </a:t>
            </a:r>
            <a:r>
              <a:rPr lang="sv-SE" dirty="0" err="1"/>
              <a:t>computed</a:t>
            </a:r>
            <a:r>
              <a:rPr lang="sv-SE" dirty="0"/>
              <a:t> in the </a:t>
            </a:r>
            <a:r>
              <a:rPr lang="sv-SE" dirty="0" err="1"/>
              <a:t>direction</a:t>
            </a:r>
            <a:r>
              <a:rPr lang="sv-SE" dirty="0"/>
              <a:t> </a:t>
            </a:r>
            <a:r>
              <a:rPr lang="sv-SE" dirty="0" err="1"/>
              <a:t>opposite</a:t>
            </a:r>
            <a:r>
              <a:rPr lang="sv-SE" dirty="0"/>
              <a:t> the </a:t>
            </a:r>
            <a:r>
              <a:rPr lang="sv-SE" dirty="0" err="1"/>
              <a:t>flow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control</a:t>
            </a:r>
            <a:endParaRPr lang="sv-SE" dirty="0"/>
          </a:p>
          <a:p>
            <a:r>
              <a:rPr lang="sv-SE" dirty="0"/>
              <a:t>In  live-</a:t>
            </a:r>
            <a:r>
              <a:rPr lang="sv-SE" dirty="0" err="1"/>
              <a:t>variable</a:t>
            </a:r>
            <a:r>
              <a:rPr lang="sv-SE" dirty="0"/>
              <a:t> </a:t>
            </a:r>
            <a:r>
              <a:rPr lang="sv-SE" dirty="0" err="1"/>
              <a:t>analysis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wish</a:t>
            </a:r>
            <a:r>
              <a:rPr lang="sv-SE" dirty="0"/>
              <a:t> to </a:t>
            </a:r>
            <a:r>
              <a:rPr lang="sv-SE" dirty="0" err="1"/>
              <a:t>know</a:t>
            </a:r>
            <a:r>
              <a:rPr lang="sv-SE" dirty="0"/>
              <a:t> for </a:t>
            </a:r>
            <a:r>
              <a:rPr lang="sv-SE" dirty="0" err="1"/>
              <a:t>variable</a:t>
            </a:r>
            <a:r>
              <a:rPr lang="sv-SE" dirty="0"/>
              <a:t> </a:t>
            </a:r>
            <a:r>
              <a:rPr lang="sv-SE" i="1" dirty="0"/>
              <a:t>x</a:t>
            </a:r>
            <a:r>
              <a:rPr lang="sv-SE" dirty="0"/>
              <a:t> and </a:t>
            </a:r>
            <a:r>
              <a:rPr lang="sv-SE" dirty="0" err="1"/>
              <a:t>point</a:t>
            </a:r>
            <a:r>
              <a:rPr lang="sv-SE" dirty="0"/>
              <a:t> </a:t>
            </a:r>
            <a:r>
              <a:rPr lang="sv-SE" i="1" dirty="0"/>
              <a:t>p</a:t>
            </a:r>
            <a:r>
              <a:rPr lang="sv-SE" dirty="0"/>
              <a:t> </a:t>
            </a:r>
            <a:r>
              <a:rPr lang="sv-SE" dirty="0" err="1"/>
              <a:t>whether</a:t>
            </a:r>
            <a:r>
              <a:rPr lang="sv-SE" dirty="0"/>
              <a:t> the </a:t>
            </a:r>
            <a:r>
              <a:rPr lang="sv-SE" dirty="0" err="1"/>
              <a:t>value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i="1" dirty="0"/>
              <a:t>x</a:t>
            </a:r>
            <a:r>
              <a:rPr lang="sv-SE" dirty="0"/>
              <a:t> at </a:t>
            </a:r>
            <a:r>
              <a:rPr lang="sv-SE" i="1" dirty="0"/>
              <a:t>p</a:t>
            </a:r>
            <a:r>
              <a:rPr lang="sv-SE" dirty="0"/>
              <a:t> </a:t>
            </a:r>
            <a:r>
              <a:rPr lang="sv-SE" dirty="0" err="1"/>
              <a:t>could</a:t>
            </a:r>
            <a:r>
              <a:rPr lang="sv-SE" dirty="0"/>
              <a:t> be </a:t>
            </a:r>
            <a:r>
              <a:rPr lang="sv-SE" dirty="0" err="1"/>
              <a:t>used</a:t>
            </a:r>
            <a:r>
              <a:rPr lang="sv-SE" dirty="0"/>
              <a:t> </a:t>
            </a:r>
            <a:r>
              <a:rPr lang="sv-SE" dirty="0" err="1"/>
              <a:t>along</a:t>
            </a:r>
            <a:r>
              <a:rPr lang="sv-SE" dirty="0"/>
              <a:t> </a:t>
            </a:r>
            <a:r>
              <a:rPr lang="sv-SE" dirty="0" err="1"/>
              <a:t>some</a:t>
            </a:r>
            <a:r>
              <a:rPr lang="sv-SE" dirty="0"/>
              <a:t> </a:t>
            </a:r>
            <a:r>
              <a:rPr lang="sv-SE" dirty="0" err="1"/>
              <a:t>path</a:t>
            </a:r>
            <a:r>
              <a:rPr lang="sv-SE" dirty="0"/>
              <a:t> </a:t>
            </a:r>
            <a:r>
              <a:rPr lang="sv-SE" dirty="0" err="1"/>
              <a:t>starting</a:t>
            </a:r>
            <a:r>
              <a:rPr lang="sv-SE" dirty="0"/>
              <a:t> in </a:t>
            </a:r>
            <a:r>
              <a:rPr lang="sv-SE" i="1" dirty="0"/>
              <a:t>p</a:t>
            </a:r>
            <a:r>
              <a:rPr lang="sv-SE" dirty="0"/>
              <a:t> </a:t>
            </a:r>
            <a:r>
              <a:rPr lang="sv-SE" dirty="0" err="1"/>
              <a:t>before</a:t>
            </a:r>
            <a:r>
              <a:rPr lang="sv-SE" dirty="0"/>
              <a:t> the </a:t>
            </a:r>
            <a:r>
              <a:rPr lang="sv-SE" dirty="0" err="1"/>
              <a:t>value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i="1" dirty="0"/>
              <a:t>x</a:t>
            </a:r>
            <a:r>
              <a:rPr lang="sv-SE" dirty="0"/>
              <a:t> is </a:t>
            </a:r>
            <a:r>
              <a:rPr lang="sv-SE" dirty="0" err="1"/>
              <a:t>redefined</a:t>
            </a:r>
            <a:r>
              <a:rPr lang="sv-SE" dirty="0"/>
              <a:t>. If no </a:t>
            </a:r>
            <a:r>
              <a:rPr lang="sv-SE" dirty="0" err="1"/>
              <a:t>such</a:t>
            </a:r>
            <a:r>
              <a:rPr lang="sv-SE" dirty="0"/>
              <a:t> </a:t>
            </a:r>
            <a:r>
              <a:rPr lang="sv-SE" dirty="0" err="1"/>
              <a:t>path</a:t>
            </a:r>
            <a:r>
              <a:rPr lang="sv-SE" dirty="0"/>
              <a:t> </a:t>
            </a:r>
            <a:r>
              <a:rPr lang="sv-SE" dirty="0" err="1"/>
              <a:t>exists</a:t>
            </a:r>
            <a:r>
              <a:rPr lang="sv-SE" dirty="0"/>
              <a:t>, </a:t>
            </a:r>
            <a:r>
              <a:rPr lang="sv-SE" dirty="0" err="1"/>
              <a:t>then</a:t>
            </a:r>
            <a:r>
              <a:rPr lang="sv-SE" dirty="0"/>
              <a:t> </a:t>
            </a:r>
            <a:r>
              <a:rPr lang="sv-SE" i="1" dirty="0"/>
              <a:t>x</a:t>
            </a:r>
            <a:r>
              <a:rPr lang="sv-SE" dirty="0"/>
              <a:t> is </a:t>
            </a:r>
            <a:r>
              <a:rPr lang="sv-SE" dirty="0" err="1"/>
              <a:t>dead</a:t>
            </a:r>
            <a:r>
              <a:rPr lang="sv-SE" dirty="0"/>
              <a:t> at </a:t>
            </a:r>
            <a:r>
              <a:rPr lang="sv-SE" i="1" dirty="0"/>
              <a:t>p</a:t>
            </a:r>
          </a:p>
          <a:p>
            <a:r>
              <a:rPr lang="sv-SE" dirty="0" err="1"/>
              <a:t>Let</a:t>
            </a:r>
            <a:r>
              <a:rPr lang="sv-SE" dirty="0"/>
              <a:t> </a:t>
            </a:r>
            <a:r>
              <a:rPr lang="sv-SE" dirty="0" err="1"/>
              <a:t>def</a:t>
            </a:r>
            <a:r>
              <a:rPr lang="sv-SE" i="1" baseline="-25000" dirty="0" err="1"/>
              <a:t>B</a:t>
            </a:r>
            <a:r>
              <a:rPr lang="sv-SE" dirty="0"/>
              <a:t> </a:t>
            </a:r>
            <a:r>
              <a:rPr lang="sv-SE" dirty="0" err="1"/>
              <a:t>denote</a:t>
            </a:r>
            <a:r>
              <a:rPr lang="sv-SE" dirty="0"/>
              <a:t> the set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variables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assigned</a:t>
            </a:r>
            <a:r>
              <a:rPr lang="sv-SE" dirty="0"/>
              <a:t> a </a:t>
            </a:r>
            <a:r>
              <a:rPr lang="sv-SE" dirty="0" err="1"/>
              <a:t>value</a:t>
            </a:r>
            <a:r>
              <a:rPr lang="sv-SE" dirty="0"/>
              <a:t> in </a:t>
            </a:r>
            <a:r>
              <a:rPr lang="sv-SE" i="1" dirty="0"/>
              <a:t>B</a:t>
            </a:r>
            <a:r>
              <a:rPr lang="sv-SE" dirty="0"/>
              <a:t> prior to </a:t>
            </a:r>
            <a:r>
              <a:rPr lang="sv-SE" dirty="0" err="1"/>
              <a:t>any</a:t>
            </a:r>
            <a:r>
              <a:rPr lang="sv-SE" dirty="0"/>
              <a:t> </a:t>
            </a:r>
            <a:r>
              <a:rPr lang="sv-SE" dirty="0" err="1"/>
              <a:t>use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variable</a:t>
            </a:r>
            <a:r>
              <a:rPr lang="sv-SE" dirty="0"/>
              <a:t> in block </a:t>
            </a:r>
            <a:r>
              <a:rPr lang="sv-SE" i="1" dirty="0"/>
              <a:t>B</a:t>
            </a:r>
          </a:p>
          <a:p>
            <a:r>
              <a:rPr lang="sv-SE" dirty="0" err="1"/>
              <a:t>Let</a:t>
            </a:r>
            <a:r>
              <a:rPr lang="sv-SE" dirty="0"/>
              <a:t> </a:t>
            </a:r>
            <a:r>
              <a:rPr lang="sv-SE" dirty="0" err="1"/>
              <a:t>use</a:t>
            </a:r>
            <a:r>
              <a:rPr lang="sv-SE" i="1" baseline="-25000" dirty="0" err="1"/>
              <a:t>B</a:t>
            </a:r>
            <a:r>
              <a:rPr lang="sv-SE" dirty="0"/>
              <a:t> </a:t>
            </a:r>
            <a:r>
              <a:rPr lang="sv-SE" dirty="0" err="1"/>
              <a:t>denote</a:t>
            </a:r>
            <a:r>
              <a:rPr lang="sv-SE" dirty="0"/>
              <a:t> the set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variables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whose</a:t>
            </a:r>
            <a:r>
              <a:rPr lang="sv-SE" dirty="0"/>
              <a:t> </a:t>
            </a:r>
            <a:r>
              <a:rPr lang="sv-SE" dirty="0" err="1"/>
              <a:t>values</a:t>
            </a:r>
            <a:r>
              <a:rPr lang="sv-SE" dirty="0"/>
              <a:t> </a:t>
            </a:r>
            <a:r>
              <a:rPr lang="sv-SE" dirty="0" err="1"/>
              <a:t>may</a:t>
            </a:r>
            <a:r>
              <a:rPr lang="sv-SE" dirty="0"/>
              <a:t> be </a:t>
            </a:r>
            <a:r>
              <a:rPr lang="sv-SE" dirty="0" err="1"/>
              <a:t>used</a:t>
            </a:r>
            <a:r>
              <a:rPr lang="sv-SE" dirty="0"/>
              <a:t> in </a:t>
            </a:r>
            <a:r>
              <a:rPr lang="sv-SE" i="1" dirty="0"/>
              <a:t>B</a:t>
            </a:r>
            <a:r>
              <a:rPr lang="sv-SE" dirty="0"/>
              <a:t> prior to </a:t>
            </a:r>
            <a:r>
              <a:rPr lang="sv-SE" dirty="0" err="1"/>
              <a:t>any</a:t>
            </a:r>
            <a:r>
              <a:rPr lang="sv-SE" dirty="0"/>
              <a:t> </a:t>
            </a:r>
            <a:r>
              <a:rPr lang="sv-SE" dirty="0" err="1"/>
              <a:t>assignment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a </a:t>
            </a:r>
            <a:r>
              <a:rPr lang="sv-SE" dirty="0" err="1"/>
              <a:t>value</a:t>
            </a:r>
            <a:r>
              <a:rPr lang="sv-SE" dirty="0"/>
              <a:t> to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variable</a:t>
            </a:r>
            <a:r>
              <a:rPr lang="sv-S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0104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51288-03E0-0DFF-D8EF-4A00727AA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3C775-D2D1-5106-481F-E36A31E82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340"/>
            <a:ext cx="10515600" cy="1325563"/>
          </a:xfrm>
        </p:spPr>
        <p:txBody>
          <a:bodyPr/>
          <a:lstStyle/>
          <a:p>
            <a:r>
              <a:rPr lang="sv-SE" dirty="0" err="1"/>
              <a:t>Example</a:t>
            </a:r>
            <a:r>
              <a:rPr lang="sv-SE" dirty="0"/>
              <a:t>: live-</a:t>
            </a:r>
            <a:r>
              <a:rPr lang="sv-SE" dirty="0" err="1"/>
              <a:t>variable</a:t>
            </a:r>
            <a:r>
              <a:rPr lang="sv-SE" dirty="0"/>
              <a:t> </a:t>
            </a:r>
            <a:r>
              <a:rPr lang="sv-SE" dirty="0" err="1"/>
              <a:t>analysis</a:t>
            </a:r>
            <a:endParaRPr lang="sv-SE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79EFB3A-32F9-7F76-CDF0-2AD3CE75BB6E}"/>
              </a:ext>
            </a:extLst>
          </p:cNvPr>
          <p:cNvGrpSpPr/>
          <p:nvPr/>
        </p:nvGrpSpPr>
        <p:grpSpPr>
          <a:xfrm>
            <a:off x="2760774" y="1797508"/>
            <a:ext cx="1843693" cy="1004655"/>
            <a:chOff x="860611" y="573740"/>
            <a:chExt cx="1353671" cy="135269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FE85A3A-613C-2607-DC8E-21A0AE8E9316}"/>
                </a:ext>
              </a:extLst>
            </p:cNvPr>
            <p:cNvSpPr txBox="1"/>
            <p:nvPr/>
          </p:nvSpPr>
          <p:spPr>
            <a:xfrm>
              <a:off x="860611" y="633328"/>
              <a:ext cx="1192307" cy="12335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i="1" dirty="0"/>
                <a:t>d</a:t>
              </a:r>
              <a:r>
                <a:rPr lang="sv-SE" baseline="-25000" dirty="0"/>
                <a:t>1</a:t>
              </a:r>
              <a:r>
                <a:rPr lang="sv-SE" dirty="0"/>
                <a:t>: i = m-1</a:t>
              </a:r>
            </a:p>
            <a:p>
              <a:r>
                <a:rPr lang="sv-SE" i="1" dirty="0"/>
                <a:t>d</a:t>
              </a:r>
              <a:r>
                <a:rPr lang="sv-SE" baseline="-25000" dirty="0"/>
                <a:t>2</a:t>
              </a:r>
              <a:r>
                <a:rPr lang="sv-SE" dirty="0"/>
                <a:t>: j = n</a:t>
              </a:r>
            </a:p>
            <a:p>
              <a:r>
                <a:rPr lang="sv-SE" i="1" dirty="0"/>
                <a:t>d</a:t>
              </a:r>
              <a:r>
                <a:rPr lang="sv-SE" baseline="-25000" dirty="0"/>
                <a:t>3</a:t>
              </a:r>
              <a:r>
                <a:rPr lang="sv-SE" dirty="0"/>
                <a:t>: a = u1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6C3E1DE-95AB-473F-F8ED-30EBFBB4CBF6}"/>
                </a:ext>
              </a:extLst>
            </p:cNvPr>
            <p:cNvSpPr/>
            <p:nvPr/>
          </p:nvSpPr>
          <p:spPr>
            <a:xfrm>
              <a:off x="860611" y="573740"/>
              <a:ext cx="1353671" cy="13526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C2D8797A-E6B6-CB7A-06D4-63F8124A78B1}"/>
              </a:ext>
            </a:extLst>
          </p:cNvPr>
          <p:cNvSpPr txBox="1"/>
          <p:nvPr/>
        </p:nvSpPr>
        <p:spPr>
          <a:xfrm>
            <a:off x="4729635" y="1791736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baseline="-250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09C1F5-737D-51F7-E473-4DE9869510BF}"/>
              </a:ext>
            </a:extLst>
          </p:cNvPr>
          <p:cNvSpPr txBox="1"/>
          <p:nvPr/>
        </p:nvSpPr>
        <p:spPr>
          <a:xfrm>
            <a:off x="4729635" y="3224641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i="1" baseline="-25000" dirty="0"/>
              <a:t>2</a:t>
            </a:r>
            <a:endParaRPr lang="sv-SE" baseline="-25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B1E23B6-65FE-7B7C-A323-F151F71CAF65}"/>
              </a:ext>
            </a:extLst>
          </p:cNvPr>
          <p:cNvSpPr txBox="1"/>
          <p:nvPr/>
        </p:nvSpPr>
        <p:spPr>
          <a:xfrm>
            <a:off x="3287401" y="4413043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baseline="-250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20AAE9-8C64-B1FA-D059-12883D24F0F1}"/>
              </a:ext>
            </a:extLst>
          </p:cNvPr>
          <p:cNvSpPr txBox="1"/>
          <p:nvPr/>
        </p:nvSpPr>
        <p:spPr>
          <a:xfrm>
            <a:off x="4729635" y="5361429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B</a:t>
            </a:r>
            <a:r>
              <a:rPr lang="sv-SE" baseline="-25000" dirty="0"/>
              <a:t>4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A2CB7E-CD4F-223D-6398-A71B3E0D4723}"/>
              </a:ext>
            </a:extLst>
          </p:cNvPr>
          <p:cNvGrpSpPr/>
          <p:nvPr/>
        </p:nvGrpSpPr>
        <p:grpSpPr>
          <a:xfrm>
            <a:off x="2760773" y="3224641"/>
            <a:ext cx="1843693" cy="691218"/>
            <a:chOff x="860611" y="573740"/>
            <a:chExt cx="1353671" cy="135269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3908B20-C4F3-A3E1-458F-3AD2C32054FF}"/>
                </a:ext>
              </a:extLst>
            </p:cNvPr>
            <p:cNvSpPr txBox="1"/>
            <p:nvPr/>
          </p:nvSpPr>
          <p:spPr>
            <a:xfrm>
              <a:off x="860611" y="633328"/>
              <a:ext cx="1192307" cy="1264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i="1" dirty="0"/>
                <a:t>d</a:t>
              </a:r>
              <a:r>
                <a:rPr lang="sv-SE" baseline="-25000" dirty="0"/>
                <a:t>4</a:t>
              </a:r>
              <a:r>
                <a:rPr lang="sv-SE" dirty="0"/>
                <a:t>: i = i+1</a:t>
              </a:r>
            </a:p>
            <a:p>
              <a:r>
                <a:rPr lang="sv-SE" i="1" dirty="0"/>
                <a:t>d</a:t>
              </a:r>
              <a:r>
                <a:rPr lang="sv-SE" baseline="-25000" dirty="0"/>
                <a:t>5</a:t>
              </a:r>
              <a:r>
                <a:rPr lang="sv-SE" dirty="0"/>
                <a:t>: j = j-1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F86A095-E9B0-0AD1-3E02-ED047B3DC71E}"/>
                </a:ext>
              </a:extLst>
            </p:cNvPr>
            <p:cNvSpPr/>
            <p:nvPr/>
          </p:nvSpPr>
          <p:spPr>
            <a:xfrm>
              <a:off x="860611" y="573740"/>
              <a:ext cx="1353671" cy="13526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41A754B-4A93-B54B-BCA3-7377D527E285}"/>
              </a:ext>
            </a:extLst>
          </p:cNvPr>
          <p:cNvGrpSpPr/>
          <p:nvPr/>
        </p:nvGrpSpPr>
        <p:grpSpPr>
          <a:xfrm>
            <a:off x="1323775" y="4382594"/>
            <a:ext cx="1843694" cy="444686"/>
            <a:chOff x="860611" y="573740"/>
            <a:chExt cx="1353671" cy="87024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C1FA3EF-AA2F-B43D-DAC7-2BD0CB995A43}"/>
                </a:ext>
              </a:extLst>
            </p:cNvPr>
            <p:cNvSpPr txBox="1"/>
            <p:nvPr/>
          </p:nvSpPr>
          <p:spPr>
            <a:xfrm>
              <a:off x="860611" y="633328"/>
              <a:ext cx="1192307" cy="722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i="1" dirty="0"/>
                <a:t>d</a:t>
              </a:r>
              <a:r>
                <a:rPr lang="sv-SE" i="1" baseline="-25000" dirty="0"/>
                <a:t>6</a:t>
              </a:r>
              <a:r>
                <a:rPr lang="sv-SE" dirty="0"/>
                <a:t>: a = u2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4ADBB4F-9560-B329-2C23-E7B94C3BAF48}"/>
                </a:ext>
              </a:extLst>
            </p:cNvPr>
            <p:cNvSpPr/>
            <p:nvPr/>
          </p:nvSpPr>
          <p:spPr>
            <a:xfrm>
              <a:off x="860611" y="573740"/>
              <a:ext cx="1353671" cy="8702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27FCBED-7527-B0FB-6989-DA3CDF66BBF0}"/>
              </a:ext>
            </a:extLst>
          </p:cNvPr>
          <p:cNvGrpSpPr/>
          <p:nvPr/>
        </p:nvGrpSpPr>
        <p:grpSpPr>
          <a:xfrm>
            <a:off x="2782093" y="5361429"/>
            <a:ext cx="1822373" cy="444686"/>
            <a:chOff x="860611" y="573740"/>
            <a:chExt cx="1353671" cy="87024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4DAB758-EF4F-3E57-0DAB-CEAFC31891C6}"/>
                </a:ext>
              </a:extLst>
            </p:cNvPr>
            <p:cNvSpPr txBox="1"/>
            <p:nvPr/>
          </p:nvSpPr>
          <p:spPr>
            <a:xfrm>
              <a:off x="860611" y="633328"/>
              <a:ext cx="1192307" cy="722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i="1" dirty="0"/>
                <a:t>d</a:t>
              </a:r>
              <a:r>
                <a:rPr lang="sv-SE" i="1" baseline="-25000" dirty="0"/>
                <a:t>7</a:t>
              </a:r>
              <a:r>
                <a:rPr lang="sv-SE" dirty="0"/>
                <a:t>: i = u3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B869501-9BA9-B1B5-2499-B5562DDF4AEC}"/>
                </a:ext>
              </a:extLst>
            </p:cNvPr>
            <p:cNvSpPr/>
            <p:nvPr/>
          </p:nvSpPr>
          <p:spPr>
            <a:xfrm>
              <a:off x="860611" y="573740"/>
              <a:ext cx="1353671" cy="8702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1B0F1F9-F882-EE8E-8F33-56D89FBBA06E}"/>
              </a:ext>
            </a:extLst>
          </p:cNvPr>
          <p:cNvCxnSpPr>
            <a:stCxn id="14" idx="2"/>
            <a:endCxn id="5" idx="0"/>
          </p:cNvCxnSpPr>
          <p:nvPr/>
        </p:nvCxnSpPr>
        <p:spPr>
          <a:xfrm flipH="1">
            <a:off x="3682620" y="2802163"/>
            <a:ext cx="1" cy="4224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7B859B1-D761-DC78-B01B-E0C3266638AE}"/>
              </a:ext>
            </a:extLst>
          </p:cNvPr>
          <p:cNvCxnSpPr>
            <a:endCxn id="14" idx="0"/>
          </p:cNvCxnSpPr>
          <p:nvPr/>
        </p:nvCxnSpPr>
        <p:spPr>
          <a:xfrm flipH="1">
            <a:off x="3682621" y="1552903"/>
            <a:ext cx="10658" cy="2446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FD05AD9-D347-34F0-869A-1E83508BDCF1}"/>
              </a:ext>
            </a:extLst>
          </p:cNvPr>
          <p:cNvCxnSpPr>
            <a:cxnSpLocks/>
          </p:cNvCxnSpPr>
          <p:nvPr/>
        </p:nvCxnSpPr>
        <p:spPr>
          <a:xfrm flipH="1">
            <a:off x="2760774" y="3910287"/>
            <a:ext cx="594314" cy="4464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99F77F5-867E-08E3-B75E-79C4A4899B4D}"/>
              </a:ext>
            </a:extLst>
          </p:cNvPr>
          <p:cNvCxnSpPr/>
          <p:nvPr/>
        </p:nvCxnSpPr>
        <p:spPr>
          <a:xfrm>
            <a:off x="4015991" y="3910287"/>
            <a:ext cx="0" cy="14511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1C1520B-792D-3688-E088-1E09DBD05EC3}"/>
              </a:ext>
            </a:extLst>
          </p:cNvPr>
          <p:cNvCxnSpPr/>
          <p:nvPr/>
        </p:nvCxnSpPr>
        <p:spPr>
          <a:xfrm>
            <a:off x="2782093" y="4827280"/>
            <a:ext cx="572995" cy="534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5FADEA9-D9E6-6C23-6043-913F38476894}"/>
              </a:ext>
            </a:extLst>
          </p:cNvPr>
          <p:cNvCxnSpPr>
            <a:stCxn id="30" idx="2"/>
          </p:cNvCxnSpPr>
          <p:nvPr/>
        </p:nvCxnSpPr>
        <p:spPr>
          <a:xfrm flipH="1">
            <a:off x="3682619" y="5806115"/>
            <a:ext cx="10661" cy="3097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E5E75497-AF27-F1B1-8663-AFA4010EF30C}"/>
              </a:ext>
            </a:extLst>
          </p:cNvPr>
          <p:cNvSpPr txBox="1"/>
          <p:nvPr/>
        </p:nvSpPr>
        <p:spPr>
          <a:xfrm>
            <a:off x="5400954" y="3178886"/>
            <a:ext cx="1289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def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= {</a:t>
            </a:r>
            <a:r>
              <a:rPr lang="sv-SE" i="1" dirty="0"/>
              <a:t>i</a:t>
            </a:r>
            <a:r>
              <a:rPr lang="sv-SE" dirty="0"/>
              <a:t>, </a:t>
            </a:r>
            <a:r>
              <a:rPr lang="sv-SE" i="1" dirty="0"/>
              <a:t>j</a:t>
            </a:r>
            <a:r>
              <a:rPr lang="sv-SE" dirty="0"/>
              <a:t>}</a:t>
            </a:r>
          </a:p>
          <a:p>
            <a:r>
              <a:rPr lang="sv-SE" dirty="0"/>
              <a:t>use</a:t>
            </a:r>
            <a:r>
              <a:rPr lang="sv-SE" i="1" baseline="-25000" dirty="0"/>
              <a:t>B</a:t>
            </a:r>
            <a:r>
              <a:rPr lang="sv-SE" baseline="-25000" dirty="0"/>
              <a:t>2</a:t>
            </a:r>
            <a:r>
              <a:rPr lang="sv-SE" dirty="0"/>
              <a:t> = {</a:t>
            </a:r>
            <a:r>
              <a:rPr lang="sv-SE" i="1" dirty="0"/>
              <a:t>i, j</a:t>
            </a:r>
            <a:r>
              <a:rPr lang="sv-SE" dirty="0"/>
              <a:t>}</a:t>
            </a: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6E1C1E9C-3878-394C-D6D5-13825555AD4B}"/>
              </a:ext>
            </a:extLst>
          </p:cNvPr>
          <p:cNvSpPr/>
          <p:nvPr/>
        </p:nvSpPr>
        <p:spPr>
          <a:xfrm>
            <a:off x="4106526" y="2956866"/>
            <a:ext cx="1294714" cy="3226232"/>
          </a:xfrm>
          <a:custGeom>
            <a:avLst/>
            <a:gdLst>
              <a:gd name="connsiteX0" fmla="*/ 0 w 1294714"/>
              <a:gd name="connsiteY0" fmla="*/ 2851166 h 3226232"/>
              <a:gd name="connsiteX1" fmla="*/ 316871 w 1294714"/>
              <a:gd name="connsiteY1" fmla="*/ 3113717 h 3226232"/>
              <a:gd name="connsiteX2" fmla="*/ 1041148 w 1294714"/>
              <a:gd name="connsiteY2" fmla="*/ 3086556 h 3226232"/>
              <a:gd name="connsiteX3" fmla="*/ 1294646 w 1294714"/>
              <a:gd name="connsiteY3" fmla="*/ 1465986 h 3226232"/>
              <a:gd name="connsiteX4" fmla="*/ 1059255 w 1294714"/>
              <a:gd name="connsiteY4" fmla="*/ 180394 h 3226232"/>
              <a:gd name="connsiteX5" fmla="*/ 443620 w 1294714"/>
              <a:gd name="connsiteY5" fmla="*/ 17431 h 3226232"/>
              <a:gd name="connsiteX6" fmla="*/ 72428 w 1294714"/>
              <a:gd name="connsiteY6" fmla="*/ 252822 h 322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94714" h="3226232">
                <a:moveTo>
                  <a:pt x="0" y="2851166"/>
                </a:moveTo>
                <a:cubicBezTo>
                  <a:pt x="71673" y="2962825"/>
                  <a:pt x="143346" y="3074485"/>
                  <a:pt x="316871" y="3113717"/>
                </a:cubicBezTo>
                <a:cubicBezTo>
                  <a:pt x="490396" y="3152949"/>
                  <a:pt x="878186" y="3361178"/>
                  <a:pt x="1041148" y="3086556"/>
                </a:cubicBezTo>
                <a:cubicBezTo>
                  <a:pt x="1204111" y="2811934"/>
                  <a:pt x="1291628" y="1950346"/>
                  <a:pt x="1294646" y="1465986"/>
                </a:cubicBezTo>
                <a:cubicBezTo>
                  <a:pt x="1297664" y="981626"/>
                  <a:pt x="1201093" y="421820"/>
                  <a:pt x="1059255" y="180394"/>
                </a:cubicBezTo>
                <a:cubicBezTo>
                  <a:pt x="917417" y="-61032"/>
                  <a:pt x="608091" y="5360"/>
                  <a:pt x="443620" y="17431"/>
                </a:cubicBezTo>
                <a:cubicBezTo>
                  <a:pt x="279149" y="29502"/>
                  <a:pt x="175788" y="141162"/>
                  <a:pt x="72428" y="252822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198143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0A794-453F-FF35-7ECA-AF5DDF1C9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F7FAF-9E60-7DB2-B271-98FE7C518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Algorithm</a:t>
            </a:r>
            <a:r>
              <a:rPr lang="sv-SE" dirty="0"/>
              <a:t> for </a:t>
            </a:r>
            <a:r>
              <a:rPr lang="sv-SE" dirty="0" err="1"/>
              <a:t>calculating</a:t>
            </a:r>
            <a:r>
              <a:rPr lang="sv-SE" dirty="0"/>
              <a:t> IN[</a:t>
            </a:r>
            <a:r>
              <a:rPr lang="sv-SE" i="1" dirty="0"/>
              <a:t>B</a:t>
            </a:r>
            <a:r>
              <a:rPr lang="sv-SE" dirty="0"/>
              <a:t>] and OUT[</a:t>
            </a:r>
            <a:r>
              <a:rPr lang="sv-SE" i="1" dirty="0"/>
              <a:t>B</a:t>
            </a:r>
            <a:r>
              <a:rPr lang="sv-SE" dirty="0"/>
              <a:t>] in </a:t>
            </a:r>
            <a:r>
              <a:rPr lang="sv-SE" dirty="0" err="1"/>
              <a:t>backward</a:t>
            </a:r>
            <a:r>
              <a:rPr lang="sv-SE" dirty="0"/>
              <a:t> </a:t>
            </a:r>
            <a:r>
              <a:rPr lang="sv-SE" dirty="0" err="1"/>
              <a:t>analysis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084CB-3501-AC5D-E819-B356FD099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sv-SE" b="1" dirty="0"/>
              <a:t>for</a:t>
            </a:r>
            <a:r>
              <a:rPr lang="sv-SE" dirty="0"/>
              <a:t> (all blocks </a:t>
            </a:r>
            <a:r>
              <a:rPr lang="sv-SE" i="1" dirty="0"/>
              <a:t>B</a:t>
            </a:r>
            <a:r>
              <a:rPr lang="sv-SE" dirty="0"/>
              <a:t>) IN[</a:t>
            </a:r>
            <a:r>
              <a:rPr lang="sv-SE" i="1" dirty="0"/>
              <a:t>B</a:t>
            </a:r>
            <a:r>
              <a:rPr lang="sv-SE" dirty="0"/>
              <a:t>] = </a:t>
            </a:r>
            <a:r>
              <a:rPr lang="sv-SE" b="0" i="0" dirty="0">
                <a:effectLst/>
                <a:latin typeface="Source Sans Pro" panose="020B0503030403020204" pitchFamily="34" charset="0"/>
              </a:rPr>
              <a:t>∅</a:t>
            </a:r>
            <a:r>
              <a:rPr lang="sv-SE" dirty="0"/>
              <a:t>;</a:t>
            </a:r>
          </a:p>
          <a:p>
            <a:pPr marL="0" indent="0">
              <a:buNone/>
            </a:pPr>
            <a:r>
              <a:rPr lang="sv-SE" b="1" dirty="0" err="1"/>
              <a:t>repeat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     </a:t>
            </a:r>
            <a:r>
              <a:rPr lang="sv-SE" b="1" dirty="0"/>
              <a:t>for</a:t>
            </a:r>
            <a:r>
              <a:rPr lang="sv-SE" dirty="0"/>
              <a:t> (all blocks </a:t>
            </a:r>
            <a:r>
              <a:rPr lang="sv-SE" i="1" dirty="0"/>
              <a:t>B</a:t>
            </a:r>
            <a:r>
              <a:rPr lang="sv-SE" dirty="0"/>
              <a:t>) {</a:t>
            </a:r>
          </a:p>
          <a:p>
            <a:pPr marL="0" indent="0">
              <a:buNone/>
            </a:pPr>
            <a:r>
              <a:rPr lang="sv-SE" dirty="0"/>
              <a:t>          OUT[</a:t>
            </a:r>
            <a:r>
              <a:rPr lang="sv-SE" i="1" dirty="0"/>
              <a:t>B</a:t>
            </a:r>
            <a:r>
              <a:rPr lang="sv-SE" dirty="0"/>
              <a:t>] = ∪ </a:t>
            </a:r>
            <a:r>
              <a:rPr lang="sv-SE" baseline="-25000" dirty="0"/>
              <a:t>Block </a:t>
            </a:r>
            <a:r>
              <a:rPr lang="sv-SE" i="1" baseline="-25000" dirty="0"/>
              <a:t>S </a:t>
            </a:r>
            <a:r>
              <a:rPr lang="sv-SE" baseline="-25000" dirty="0"/>
              <a:t>is a </a:t>
            </a:r>
            <a:r>
              <a:rPr lang="sv-SE" baseline="-25000" dirty="0" err="1"/>
              <a:t>successors</a:t>
            </a:r>
            <a:r>
              <a:rPr lang="sv-SE" baseline="-25000" dirty="0"/>
              <a:t> </a:t>
            </a:r>
            <a:r>
              <a:rPr lang="sv-SE" baseline="-25000" dirty="0" err="1"/>
              <a:t>of</a:t>
            </a:r>
            <a:r>
              <a:rPr lang="sv-SE" baseline="-25000" dirty="0"/>
              <a:t> </a:t>
            </a:r>
            <a:r>
              <a:rPr lang="sv-SE" i="1" baseline="-25000" dirty="0"/>
              <a:t>B</a:t>
            </a:r>
            <a:r>
              <a:rPr lang="sv-SE" dirty="0"/>
              <a:t> IN[</a:t>
            </a:r>
            <a:r>
              <a:rPr lang="sv-SE" i="1" dirty="0"/>
              <a:t>S</a:t>
            </a:r>
            <a:r>
              <a:rPr lang="sv-SE" dirty="0"/>
              <a:t>];</a:t>
            </a:r>
          </a:p>
          <a:p>
            <a:pPr marL="0" indent="0">
              <a:buNone/>
            </a:pPr>
            <a:r>
              <a:rPr lang="sv-SE" dirty="0"/>
              <a:t>          IN[</a:t>
            </a:r>
            <a:r>
              <a:rPr lang="sv-SE" i="1" dirty="0"/>
              <a:t>B</a:t>
            </a:r>
            <a:r>
              <a:rPr lang="sv-SE" dirty="0"/>
              <a:t>] = </a:t>
            </a:r>
            <a:r>
              <a:rPr lang="sv-SE" dirty="0" err="1"/>
              <a:t>use</a:t>
            </a:r>
            <a:r>
              <a:rPr lang="sv-SE" i="1" baseline="-25000" dirty="0" err="1"/>
              <a:t>B</a:t>
            </a:r>
            <a:r>
              <a:rPr lang="sv-SE" dirty="0"/>
              <a:t> ∪ (OUT[</a:t>
            </a:r>
            <a:r>
              <a:rPr lang="sv-SE" i="1" dirty="0"/>
              <a:t>B</a:t>
            </a:r>
            <a:r>
              <a:rPr lang="sv-SE" dirty="0"/>
              <a:t>] - </a:t>
            </a:r>
            <a:r>
              <a:rPr lang="sv-SE" dirty="0" err="1"/>
              <a:t>def</a:t>
            </a:r>
            <a:r>
              <a:rPr lang="sv-SE" i="1" baseline="-25000" dirty="0" err="1"/>
              <a:t>B</a:t>
            </a:r>
            <a:r>
              <a:rPr lang="sv-SE" dirty="0"/>
              <a:t>);</a:t>
            </a:r>
          </a:p>
          <a:p>
            <a:pPr marL="0" indent="0">
              <a:buNone/>
            </a:pPr>
            <a:r>
              <a:rPr lang="sv-SE" dirty="0"/>
              <a:t>     }</a:t>
            </a:r>
          </a:p>
          <a:p>
            <a:pPr marL="0" indent="0">
              <a:buNone/>
            </a:pPr>
            <a:r>
              <a:rPr lang="sv-SE" b="1" dirty="0" err="1"/>
              <a:t>until</a:t>
            </a:r>
            <a:r>
              <a:rPr lang="sv-SE" dirty="0"/>
              <a:t> no </a:t>
            </a:r>
            <a:r>
              <a:rPr lang="sv-SE" dirty="0" err="1"/>
              <a:t>changes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any</a:t>
            </a:r>
            <a:r>
              <a:rPr lang="sv-SE" dirty="0"/>
              <a:t> IN </a:t>
            </a:r>
            <a:r>
              <a:rPr lang="sv-SE" dirty="0" err="1"/>
              <a:t>uccur</a:t>
            </a:r>
            <a:endParaRPr lang="sv-SE" dirty="0"/>
          </a:p>
          <a:p>
            <a:pPr marL="0" indent="0">
              <a:buNone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2826017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885FB-B007-D4D0-9C93-B76A121EB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1ABBF-CC4A-0772-B97F-C6F0A1A92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Available</a:t>
            </a:r>
            <a:r>
              <a:rPr lang="sv-SE" dirty="0"/>
              <a:t>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0518F-01A8-6469-D8D9-8CE4AB940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v-SE" dirty="0"/>
              <a:t>An expression </a:t>
            </a:r>
            <a:r>
              <a:rPr lang="sv-SE" i="1" dirty="0" err="1"/>
              <a:t>x</a:t>
            </a:r>
            <a:r>
              <a:rPr lang="sv-SE" dirty="0" err="1"/>
              <a:t>+</a:t>
            </a:r>
            <a:r>
              <a:rPr lang="sv-SE" i="1" dirty="0" err="1"/>
              <a:t>y</a:t>
            </a:r>
            <a:r>
              <a:rPr lang="sv-SE" dirty="0"/>
              <a:t> is </a:t>
            </a:r>
            <a:r>
              <a:rPr lang="sv-SE" dirty="0" err="1"/>
              <a:t>available</a:t>
            </a:r>
            <a:r>
              <a:rPr lang="sv-SE" dirty="0"/>
              <a:t> at a </a:t>
            </a:r>
            <a:r>
              <a:rPr lang="sv-SE" dirty="0" err="1"/>
              <a:t>point</a:t>
            </a:r>
            <a:r>
              <a:rPr lang="sv-SE" dirty="0"/>
              <a:t> </a:t>
            </a:r>
            <a:r>
              <a:rPr lang="sv-SE" i="1" dirty="0"/>
              <a:t>p</a:t>
            </a:r>
            <a:r>
              <a:rPr lang="sv-SE" dirty="0"/>
              <a:t> </a:t>
            </a:r>
            <a:r>
              <a:rPr lang="sv-SE" dirty="0" err="1"/>
              <a:t>if</a:t>
            </a:r>
            <a:r>
              <a:rPr lang="sv-SE" dirty="0"/>
              <a:t> </a:t>
            </a:r>
            <a:r>
              <a:rPr lang="sv-SE" dirty="0" err="1"/>
              <a:t>every</a:t>
            </a:r>
            <a:r>
              <a:rPr lang="sv-SE" dirty="0"/>
              <a:t> </a:t>
            </a:r>
            <a:r>
              <a:rPr lang="sv-SE" dirty="0" err="1"/>
              <a:t>path</a:t>
            </a:r>
            <a:r>
              <a:rPr lang="sv-SE" dirty="0"/>
              <a:t> from the </a:t>
            </a:r>
            <a:r>
              <a:rPr lang="sv-SE" dirty="0" err="1"/>
              <a:t>entry</a:t>
            </a:r>
            <a:r>
              <a:rPr lang="sv-SE" dirty="0"/>
              <a:t> </a:t>
            </a:r>
            <a:r>
              <a:rPr lang="sv-SE" dirty="0" err="1"/>
              <a:t>node</a:t>
            </a:r>
            <a:r>
              <a:rPr lang="sv-SE" dirty="0"/>
              <a:t> to </a:t>
            </a:r>
            <a:r>
              <a:rPr lang="sv-SE" i="1" dirty="0"/>
              <a:t>p</a:t>
            </a:r>
            <a:r>
              <a:rPr lang="sv-SE" dirty="0"/>
              <a:t> </a:t>
            </a:r>
            <a:r>
              <a:rPr lang="sv-SE" dirty="0" err="1"/>
              <a:t>evaluates</a:t>
            </a:r>
            <a:r>
              <a:rPr lang="sv-SE" dirty="0"/>
              <a:t> </a:t>
            </a:r>
            <a:r>
              <a:rPr lang="sv-SE" i="1" dirty="0" err="1"/>
              <a:t>x</a:t>
            </a:r>
            <a:r>
              <a:rPr lang="sv-SE" dirty="0" err="1"/>
              <a:t>+</a:t>
            </a:r>
            <a:r>
              <a:rPr lang="sv-SE" i="1" dirty="0" err="1"/>
              <a:t>y</a:t>
            </a:r>
            <a:r>
              <a:rPr lang="sv-SE" dirty="0"/>
              <a:t>, and </a:t>
            </a:r>
            <a:r>
              <a:rPr lang="sv-SE" dirty="0" err="1"/>
              <a:t>after</a:t>
            </a:r>
            <a:r>
              <a:rPr lang="sv-SE" dirty="0"/>
              <a:t> the last </a:t>
            </a:r>
            <a:r>
              <a:rPr lang="sv-SE" dirty="0" err="1"/>
              <a:t>such</a:t>
            </a:r>
            <a:r>
              <a:rPr lang="sv-SE" dirty="0"/>
              <a:t> </a:t>
            </a:r>
            <a:r>
              <a:rPr lang="sv-SE" dirty="0" err="1"/>
              <a:t>evaluation</a:t>
            </a:r>
            <a:r>
              <a:rPr lang="sv-SE" dirty="0"/>
              <a:t> prior to </a:t>
            </a:r>
            <a:r>
              <a:rPr lang="sv-SE" dirty="0" err="1"/>
              <a:t>reaching</a:t>
            </a:r>
            <a:r>
              <a:rPr lang="sv-SE" dirty="0"/>
              <a:t> </a:t>
            </a:r>
            <a:r>
              <a:rPr lang="sv-SE" i="1" dirty="0"/>
              <a:t>p</a:t>
            </a:r>
            <a:r>
              <a:rPr lang="sv-SE" dirty="0"/>
              <a:t>, </a:t>
            </a:r>
            <a:r>
              <a:rPr lang="sv-SE" dirty="0" err="1"/>
              <a:t>there</a:t>
            </a:r>
            <a:r>
              <a:rPr lang="sv-SE" dirty="0"/>
              <a:t> is no </a:t>
            </a:r>
            <a:r>
              <a:rPr lang="sv-SE" dirty="0" err="1"/>
              <a:t>subsequent</a:t>
            </a:r>
            <a:r>
              <a:rPr lang="sv-SE" dirty="0"/>
              <a:t> </a:t>
            </a:r>
            <a:r>
              <a:rPr lang="sv-SE" dirty="0" err="1"/>
              <a:t>assignment</a:t>
            </a:r>
            <a:r>
              <a:rPr lang="sv-SE" dirty="0"/>
              <a:t> to </a:t>
            </a:r>
            <a:r>
              <a:rPr lang="sv-SE" i="1" dirty="0"/>
              <a:t>x</a:t>
            </a:r>
            <a:r>
              <a:rPr lang="sv-SE" dirty="0"/>
              <a:t> or </a:t>
            </a:r>
            <a:r>
              <a:rPr lang="sv-SE" i="1" dirty="0"/>
              <a:t>y</a:t>
            </a:r>
            <a:endParaRPr lang="sv-SE" dirty="0"/>
          </a:p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say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a block </a:t>
            </a:r>
            <a:r>
              <a:rPr lang="sv-SE" i="1" dirty="0"/>
              <a:t>B</a:t>
            </a:r>
            <a:r>
              <a:rPr lang="sv-SE" dirty="0"/>
              <a:t> </a:t>
            </a:r>
            <a:r>
              <a:rPr lang="sv-SE" dirty="0" err="1"/>
              <a:t>kills</a:t>
            </a:r>
            <a:r>
              <a:rPr lang="sv-SE" dirty="0"/>
              <a:t>  an expression </a:t>
            </a:r>
            <a:r>
              <a:rPr lang="sv-SE" i="1" dirty="0" err="1"/>
              <a:t>x</a:t>
            </a:r>
            <a:r>
              <a:rPr lang="sv-SE" dirty="0" err="1"/>
              <a:t>+</a:t>
            </a:r>
            <a:r>
              <a:rPr lang="sv-SE" i="1" dirty="0" err="1"/>
              <a:t>y</a:t>
            </a:r>
            <a:r>
              <a:rPr lang="sv-SE" dirty="0"/>
              <a:t> </a:t>
            </a:r>
            <a:r>
              <a:rPr lang="sv-SE" dirty="0" err="1"/>
              <a:t>if</a:t>
            </a:r>
            <a:r>
              <a:rPr lang="sv-SE" dirty="0"/>
              <a:t> it </a:t>
            </a:r>
            <a:r>
              <a:rPr lang="sv-SE" dirty="0" err="1"/>
              <a:t>may</a:t>
            </a:r>
            <a:r>
              <a:rPr lang="sv-SE" dirty="0"/>
              <a:t> </a:t>
            </a:r>
            <a:r>
              <a:rPr lang="sv-SE" dirty="0" err="1"/>
              <a:t>assign</a:t>
            </a:r>
            <a:r>
              <a:rPr lang="sv-SE" dirty="0"/>
              <a:t> </a:t>
            </a:r>
            <a:r>
              <a:rPr lang="sv-SE" i="1" dirty="0"/>
              <a:t>x</a:t>
            </a:r>
            <a:r>
              <a:rPr lang="sv-SE" dirty="0"/>
              <a:t> or </a:t>
            </a:r>
            <a:r>
              <a:rPr lang="sv-SE" i="1" dirty="0"/>
              <a:t>y</a:t>
            </a:r>
            <a:r>
              <a:rPr lang="sv-SE" dirty="0"/>
              <a:t> and </a:t>
            </a:r>
            <a:r>
              <a:rPr lang="sv-SE" dirty="0" err="1"/>
              <a:t>does</a:t>
            </a:r>
            <a:r>
              <a:rPr lang="sv-SE" dirty="0"/>
              <a:t> not </a:t>
            </a:r>
            <a:r>
              <a:rPr lang="sv-SE" dirty="0" err="1"/>
              <a:t>subsequently</a:t>
            </a:r>
            <a:r>
              <a:rPr lang="sv-SE" dirty="0"/>
              <a:t> </a:t>
            </a:r>
            <a:r>
              <a:rPr lang="sv-SE" dirty="0" err="1"/>
              <a:t>recompute</a:t>
            </a:r>
            <a:r>
              <a:rPr lang="sv-SE" dirty="0"/>
              <a:t> </a:t>
            </a:r>
            <a:r>
              <a:rPr lang="sv-SE" i="1" dirty="0" err="1"/>
              <a:t>x</a:t>
            </a:r>
            <a:r>
              <a:rPr lang="sv-SE" dirty="0" err="1"/>
              <a:t>+</a:t>
            </a:r>
            <a:r>
              <a:rPr lang="sv-SE" i="1" dirty="0" err="1"/>
              <a:t>y</a:t>
            </a:r>
            <a:r>
              <a:rPr lang="sv-SE" dirty="0"/>
              <a:t> (</a:t>
            </a:r>
            <a:r>
              <a:rPr lang="sv-SE" dirty="0" err="1"/>
              <a:t>this</a:t>
            </a:r>
            <a:r>
              <a:rPr lang="sv-SE" dirty="0"/>
              <a:t> is </a:t>
            </a:r>
            <a:r>
              <a:rPr lang="sv-SE" dirty="0" err="1"/>
              <a:t>denoted</a:t>
            </a:r>
            <a:r>
              <a:rPr lang="sv-SE" dirty="0"/>
              <a:t> </a:t>
            </a:r>
            <a:br>
              <a:rPr lang="sv-SE" dirty="0"/>
            </a:br>
            <a:r>
              <a:rPr lang="sv-SE" dirty="0" err="1"/>
              <a:t>e_kill</a:t>
            </a:r>
            <a:r>
              <a:rPr lang="sv-SE" i="1" baseline="-25000" dirty="0" err="1"/>
              <a:t>B</a:t>
            </a:r>
            <a:r>
              <a:rPr lang="sv-SE" dirty="0"/>
              <a:t> ={</a:t>
            </a:r>
            <a:r>
              <a:rPr lang="sv-SE" i="1" dirty="0" err="1"/>
              <a:t>x</a:t>
            </a:r>
            <a:r>
              <a:rPr lang="sv-SE" dirty="0" err="1"/>
              <a:t>+</a:t>
            </a:r>
            <a:r>
              <a:rPr lang="sv-SE" i="1" dirty="0" err="1"/>
              <a:t>y</a:t>
            </a:r>
            <a:r>
              <a:rPr lang="sv-SE" dirty="0"/>
              <a:t>,…}).</a:t>
            </a:r>
          </a:p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say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a block </a:t>
            </a:r>
            <a:r>
              <a:rPr lang="sv-SE" dirty="0" err="1"/>
              <a:t>generates</a:t>
            </a:r>
            <a:r>
              <a:rPr lang="sv-SE" dirty="0"/>
              <a:t> an expression </a:t>
            </a:r>
            <a:r>
              <a:rPr lang="sv-SE" i="1" dirty="0" err="1"/>
              <a:t>x</a:t>
            </a:r>
            <a:r>
              <a:rPr lang="sv-SE" dirty="0" err="1"/>
              <a:t>+</a:t>
            </a:r>
            <a:r>
              <a:rPr lang="sv-SE" i="1" dirty="0" err="1"/>
              <a:t>y</a:t>
            </a:r>
            <a:r>
              <a:rPr lang="sv-SE" dirty="0"/>
              <a:t> </a:t>
            </a:r>
            <a:r>
              <a:rPr lang="sv-SE" dirty="0" err="1"/>
              <a:t>if</a:t>
            </a:r>
            <a:r>
              <a:rPr lang="sv-SE" dirty="0"/>
              <a:t> </a:t>
            </a:r>
            <a:r>
              <a:rPr lang="sv-SE" dirty="0" err="1"/>
              <a:t>evaluates</a:t>
            </a:r>
            <a:r>
              <a:rPr lang="sv-SE" dirty="0"/>
              <a:t> </a:t>
            </a:r>
            <a:r>
              <a:rPr lang="sv-SE" i="1" dirty="0" err="1"/>
              <a:t>x</a:t>
            </a:r>
            <a:r>
              <a:rPr lang="sv-SE" dirty="0" err="1"/>
              <a:t>+</a:t>
            </a:r>
            <a:r>
              <a:rPr lang="sv-SE" i="1" dirty="0" err="1"/>
              <a:t>y</a:t>
            </a:r>
            <a:r>
              <a:rPr lang="sv-SE" dirty="0"/>
              <a:t> and </a:t>
            </a:r>
            <a:r>
              <a:rPr lang="sv-SE" dirty="0" err="1"/>
              <a:t>does</a:t>
            </a:r>
            <a:r>
              <a:rPr lang="sv-SE" dirty="0"/>
              <a:t> not </a:t>
            </a:r>
            <a:r>
              <a:rPr lang="sv-SE" dirty="0" err="1"/>
              <a:t>subsequently</a:t>
            </a:r>
            <a:r>
              <a:rPr lang="sv-SE" dirty="0"/>
              <a:t> </a:t>
            </a:r>
            <a:r>
              <a:rPr lang="sv-SE" dirty="0" err="1"/>
              <a:t>assign</a:t>
            </a:r>
            <a:r>
              <a:rPr lang="sv-SE" dirty="0"/>
              <a:t> </a:t>
            </a:r>
            <a:r>
              <a:rPr lang="sv-SE" dirty="0" err="1"/>
              <a:t>values</a:t>
            </a:r>
            <a:r>
              <a:rPr lang="sv-SE" dirty="0"/>
              <a:t> to </a:t>
            </a:r>
            <a:r>
              <a:rPr lang="sv-SE" i="1" dirty="0"/>
              <a:t>x</a:t>
            </a:r>
            <a:r>
              <a:rPr lang="sv-SE" dirty="0"/>
              <a:t> or </a:t>
            </a:r>
            <a:r>
              <a:rPr lang="sv-SE" i="1" dirty="0"/>
              <a:t>y</a:t>
            </a:r>
            <a:r>
              <a:rPr lang="sv-SE" dirty="0"/>
              <a:t> (</a:t>
            </a:r>
            <a:r>
              <a:rPr lang="sv-SE" dirty="0" err="1"/>
              <a:t>this</a:t>
            </a:r>
            <a:r>
              <a:rPr lang="sv-SE" dirty="0"/>
              <a:t> is </a:t>
            </a:r>
            <a:r>
              <a:rPr lang="sv-SE" dirty="0" err="1"/>
              <a:t>denoted</a:t>
            </a:r>
            <a:r>
              <a:rPr lang="sv-SE" dirty="0"/>
              <a:t> </a:t>
            </a:r>
            <a:br>
              <a:rPr lang="sv-SE" dirty="0"/>
            </a:br>
            <a:r>
              <a:rPr lang="sv-SE" dirty="0" err="1"/>
              <a:t>e_gen</a:t>
            </a:r>
            <a:r>
              <a:rPr lang="sv-SE" i="1" baseline="-25000" dirty="0" err="1"/>
              <a:t>B</a:t>
            </a:r>
            <a:r>
              <a:rPr lang="sv-SE" dirty="0"/>
              <a:t> ={</a:t>
            </a:r>
            <a:r>
              <a:rPr lang="sv-SE" i="1" dirty="0" err="1"/>
              <a:t>x</a:t>
            </a:r>
            <a:r>
              <a:rPr lang="sv-SE" dirty="0" err="1"/>
              <a:t>+</a:t>
            </a:r>
            <a:r>
              <a:rPr lang="sv-SE" i="1" dirty="0" err="1"/>
              <a:t>y</a:t>
            </a:r>
            <a:r>
              <a:rPr lang="sv-SE" dirty="0"/>
              <a:t>,…}).</a:t>
            </a:r>
          </a:p>
          <a:p>
            <a:r>
              <a:rPr lang="sv-SE" dirty="0"/>
              <a:t>The </a:t>
            </a:r>
            <a:r>
              <a:rPr lang="sv-SE" dirty="0" err="1"/>
              <a:t>available</a:t>
            </a:r>
            <a:r>
              <a:rPr lang="sv-SE" dirty="0"/>
              <a:t> expressions data-</a:t>
            </a:r>
            <a:r>
              <a:rPr lang="sv-SE" dirty="0" err="1"/>
              <a:t>flow</a:t>
            </a:r>
            <a:r>
              <a:rPr lang="sv-SE" dirty="0"/>
              <a:t> schema is </a:t>
            </a:r>
            <a:r>
              <a:rPr lang="sv-SE" dirty="0" err="1"/>
              <a:t>used</a:t>
            </a:r>
            <a:r>
              <a:rPr lang="sv-SE" dirty="0"/>
              <a:t> for </a:t>
            </a:r>
            <a:r>
              <a:rPr lang="sv-SE" dirty="0" err="1"/>
              <a:t>identifying</a:t>
            </a:r>
            <a:r>
              <a:rPr lang="sv-SE" dirty="0"/>
              <a:t> (and </a:t>
            </a:r>
            <a:r>
              <a:rPr lang="sv-SE" dirty="0" err="1"/>
              <a:t>eliminating</a:t>
            </a:r>
            <a:r>
              <a:rPr lang="sv-SE" dirty="0"/>
              <a:t>) common </a:t>
            </a:r>
            <a:r>
              <a:rPr lang="sv-SE" dirty="0" err="1"/>
              <a:t>subexpressions</a:t>
            </a:r>
            <a:endParaRPr lang="sv-SE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659649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C2A57-1AA4-AA26-9016-855E28735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1382C-63E9-E216-FACA-6598C79E7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Algorithm</a:t>
            </a:r>
            <a:r>
              <a:rPr lang="sv-SE" dirty="0"/>
              <a:t> for </a:t>
            </a:r>
            <a:r>
              <a:rPr lang="sv-SE" dirty="0" err="1"/>
              <a:t>calculating</a:t>
            </a:r>
            <a:r>
              <a:rPr lang="sv-SE" dirty="0"/>
              <a:t> IN[</a:t>
            </a:r>
            <a:r>
              <a:rPr lang="sv-SE" i="1" dirty="0"/>
              <a:t>B</a:t>
            </a:r>
            <a:r>
              <a:rPr lang="sv-SE" dirty="0"/>
              <a:t>] and OUT[</a:t>
            </a:r>
            <a:r>
              <a:rPr lang="sv-SE" i="1" dirty="0"/>
              <a:t>B</a:t>
            </a:r>
            <a:r>
              <a:rPr lang="sv-SE" dirty="0"/>
              <a:t>] for </a:t>
            </a:r>
            <a:r>
              <a:rPr lang="sv-SE" dirty="0" err="1"/>
              <a:t>available</a:t>
            </a:r>
            <a:r>
              <a:rPr lang="sv-SE" dirty="0"/>
              <a:t>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8C0AE-2A74-2BFE-5A15-1121BA4E6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406" y="1825625"/>
            <a:ext cx="1138020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OUT[</a:t>
            </a:r>
            <a:r>
              <a:rPr lang="sv-SE" i="1" dirty="0" err="1"/>
              <a:t>Entry</a:t>
            </a:r>
            <a:r>
              <a:rPr lang="sv-SE" dirty="0"/>
              <a:t>] = </a:t>
            </a:r>
            <a:r>
              <a:rPr lang="sv-SE" b="0" i="0" dirty="0">
                <a:effectLst/>
                <a:latin typeface="Source Sans Pro" panose="020B0503030403020204" pitchFamily="34" charset="0"/>
              </a:rPr>
              <a:t>∅</a:t>
            </a:r>
            <a:r>
              <a:rPr lang="sv-SE" dirty="0"/>
              <a:t>;</a:t>
            </a:r>
          </a:p>
          <a:p>
            <a:pPr marL="0" indent="0">
              <a:buNone/>
            </a:pPr>
            <a:r>
              <a:rPr lang="sv-SE" b="1" dirty="0"/>
              <a:t>for</a:t>
            </a:r>
            <a:r>
              <a:rPr lang="sv-SE" dirty="0"/>
              <a:t> (all blocks </a:t>
            </a:r>
            <a:r>
              <a:rPr lang="sv-SE" i="1" dirty="0"/>
              <a:t>B </a:t>
            </a:r>
            <a:r>
              <a:rPr lang="sv-SE" dirty="0" err="1"/>
              <a:t>other</a:t>
            </a:r>
            <a:r>
              <a:rPr lang="sv-SE" dirty="0"/>
              <a:t> </a:t>
            </a:r>
            <a:r>
              <a:rPr lang="sv-SE" dirty="0" err="1"/>
              <a:t>than</a:t>
            </a:r>
            <a:r>
              <a:rPr lang="sv-SE" dirty="0"/>
              <a:t> </a:t>
            </a:r>
            <a:r>
              <a:rPr lang="sv-SE" i="1" dirty="0" err="1"/>
              <a:t>Entry</a:t>
            </a:r>
            <a:r>
              <a:rPr lang="sv-SE" dirty="0"/>
              <a:t>) IN[</a:t>
            </a:r>
            <a:r>
              <a:rPr lang="sv-SE" i="1" dirty="0"/>
              <a:t>B</a:t>
            </a:r>
            <a:r>
              <a:rPr lang="sv-SE" dirty="0"/>
              <a:t>] = </a:t>
            </a:r>
            <a:r>
              <a:rPr lang="sv-SE" b="0" i="0" dirty="0">
                <a:effectLst/>
                <a:latin typeface="Source Sans Pro" panose="020B0503030403020204" pitchFamily="34" charset="0"/>
              </a:rPr>
              <a:t>U</a:t>
            </a:r>
            <a:r>
              <a:rPr lang="sv-SE" dirty="0"/>
              <a:t>; // the set </a:t>
            </a:r>
            <a:r>
              <a:rPr lang="sv-SE" dirty="0" err="1"/>
              <a:t>of</a:t>
            </a:r>
            <a:r>
              <a:rPr lang="sv-SE" dirty="0"/>
              <a:t> all expressions</a:t>
            </a:r>
          </a:p>
          <a:p>
            <a:pPr marL="0" indent="0">
              <a:buNone/>
            </a:pPr>
            <a:r>
              <a:rPr lang="sv-SE" b="1" dirty="0" err="1"/>
              <a:t>repeat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     </a:t>
            </a:r>
            <a:r>
              <a:rPr lang="sv-SE" b="1" dirty="0"/>
              <a:t>for</a:t>
            </a:r>
            <a:r>
              <a:rPr lang="sv-SE" dirty="0"/>
              <a:t> (all blocks </a:t>
            </a:r>
            <a:r>
              <a:rPr lang="sv-SE" i="1" dirty="0"/>
              <a:t>B</a:t>
            </a:r>
            <a:r>
              <a:rPr lang="sv-SE" dirty="0"/>
              <a:t> </a:t>
            </a:r>
            <a:r>
              <a:rPr lang="sv-SE" dirty="0" err="1"/>
              <a:t>other</a:t>
            </a:r>
            <a:r>
              <a:rPr lang="sv-SE" dirty="0"/>
              <a:t> </a:t>
            </a:r>
            <a:r>
              <a:rPr lang="sv-SE" dirty="0" err="1"/>
              <a:t>than</a:t>
            </a:r>
            <a:r>
              <a:rPr lang="sv-SE" dirty="0"/>
              <a:t> </a:t>
            </a:r>
            <a:r>
              <a:rPr lang="sv-SE" i="1" dirty="0" err="1"/>
              <a:t>Entry</a:t>
            </a:r>
            <a:r>
              <a:rPr lang="sv-SE" dirty="0"/>
              <a:t>) {</a:t>
            </a:r>
          </a:p>
          <a:p>
            <a:pPr marL="0" indent="0">
              <a:buNone/>
            </a:pPr>
            <a:r>
              <a:rPr lang="sv-SE" dirty="0"/>
              <a:t>          IN[</a:t>
            </a:r>
            <a:r>
              <a:rPr lang="sv-SE" i="1" dirty="0"/>
              <a:t>B</a:t>
            </a:r>
            <a:r>
              <a:rPr lang="sv-SE" dirty="0"/>
              <a:t>] = </a:t>
            </a:r>
            <a:r>
              <a:rPr lang="sv-SE" dirty="0">
                <a:latin typeface="Cambria Math" panose="02040503050406030204" pitchFamily="18" charset="0"/>
                <a:ea typeface="Cambria Math" panose="02040503050406030204" pitchFamily="18" charset="0"/>
              </a:rPr>
              <a:t>⋂</a:t>
            </a:r>
            <a:r>
              <a:rPr lang="sv-SE" dirty="0"/>
              <a:t> </a:t>
            </a:r>
            <a:r>
              <a:rPr lang="sv-SE" baseline="-25000" dirty="0"/>
              <a:t>Block </a:t>
            </a:r>
            <a:r>
              <a:rPr lang="sv-SE" i="1" baseline="-25000" dirty="0"/>
              <a:t>P </a:t>
            </a:r>
            <a:r>
              <a:rPr lang="sv-SE" baseline="-25000" dirty="0"/>
              <a:t>is a </a:t>
            </a:r>
            <a:r>
              <a:rPr lang="sv-SE" baseline="-25000" dirty="0" err="1"/>
              <a:t>predecessors</a:t>
            </a:r>
            <a:r>
              <a:rPr lang="sv-SE" baseline="-25000" dirty="0"/>
              <a:t> </a:t>
            </a:r>
            <a:r>
              <a:rPr lang="sv-SE" baseline="-25000" dirty="0" err="1"/>
              <a:t>of</a:t>
            </a:r>
            <a:r>
              <a:rPr lang="sv-SE" baseline="-25000" dirty="0"/>
              <a:t> </a:t>
            </a:r>
            <a:r>
              <a:rPr lang="sv-SE" i="1" baseline="-25000" dirty="0"/>
              <a:t>B</a:t>
            </a:r>
            <a:r>
              <a:rPr lang="sv-SE" dirty="0"/>
              <a:t> OUT[</a:t>
            </a:r>
            <a:r>
              <a:rPr lang="sv-SE" i="1" dirty="0"/>
              <a:t>P</a:t>
            </a:r>
            <a:r>
              <a:rPr lang="sv-SE" dirty="0"/>
              <a:t>];</a:t>
            </a:r>
          </a:p>
          <a:p>
            <a:pPr marL="0" indent="0">
              <a:buNone/>
            </a:pPr>
            <a:r>
              <a:rPr lang="sv-SE" dirty="0"/>
              <a:t>          OUT[</a:t>
            </a:r>
            <a:r>
              <a:rPr lang="sv-SE" i="1" dirty="0"/>
              <a:t>B</a:t>
            </a:r>
            <a:r>
              <a:rPr lang="sv-SE" dirty="0"/>
              <a:t>] = </a:t>
            </a:r>
            <a:r>
              <a:rPr lang="sv-SE" dirty="0" err="1"/>
              <a:t>e_gen</a:t>
            </a:r>
            <a:r>
              <a:rPr lang="sv-SE" i="1" baseline="-25000" dirty="0" err="1"/>
              <a:t>B</a:t>
            </a:r>
            <a:r>
              <a:rPr lang="sv-SE" dirty="0"/>
              <a:t> ∪ (IN[</a:t>
            </a:r>
            <a:r>
              <a:rPr lang="sv-SE" i="1" dirty="0"/>
              <a:t>B</a:t>
            </a:r>
            <a:r>
              <a:rPr lang="sv-SE" dirty="0"/>
              <a:t>] – </a:t>
            </a:r>
            <a:r>
              <a:rPr lang="sv-SE" dirty="0" err="1"/>
              <a:t>e_kill</a:t>
            </a:r>
            <a:r>
              <a:rPr lang="sv-SE" i="1" baseline="-25000" dirty="0" err="1"/>
              <a:t>B</a:t>
            </a:r>
            <a:r>
              <a:rPr lang="sv-SE" dirty="0"/>
              <a:t>);</a:t>
            </a:r>
          </a:p>
          <a:p>
            <a:pPr marL="0" indent="0">
              <a:buNone/>
            </a:pPr>
            <a:r>
              <a:rPr lang="sv-SE" dirty="0"/>
              <a:t>     }</a:t>
            </a:r>
          </a:p>
          <a:p>
            <a:pPr marL="0" indent="0">
              <a:buNone/>
            </a:pPr>
            <a:r>
              <a:rPr lang="sv-SE" b="1" dirty="0" err="1"/>
              <a:t>until</a:t>
            </a:r>
            <a:r>
              <a:rPr lang="sv-SE" dirty="0"/>
              <a:t> no </a:t>
            </a:r>
            <a:r>
              <a:rPr lang="sv-SE" dirty="0" err="1"/>
              <a:t>changes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any</a:t>
            </a:r>
            <a:r>
              <a:rPr lang="sv-SE" dirty="0"/>
              <a:t> OUT </a:t>
            </a:r>
            <a:r>
              <a:rPr lang="sv-SE" dirty="0" err="1"/>
              <a:t>uccur</a:t>
            </a:r>
            <a:endParaRPr lang="sv-SE" dirty="0"/>
          </a:p>
          <a:p>
            <a:pPr marL="0" indent="0">
              <a:buNone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2571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13959</TotalTime>
  <Words>6520</Words>
  <Application>Microsoft Office PowerPoint</Application>
  <PresentationFormat>Widescreen</PresentationFormat>
  <Paragraphs>764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Aptos</vt:lpstr>
      <vt:lpstr>Aptos Display</vt:lpstr>
      <vt:lpstr>Arial</vt:lpstr>
      <vt:lpstr>Cambria Math</vt:lpstr>
      <vt:lpstr>Source Sans Pro</vt:lpstr>
      <vt:lpstr>Wingdings</vt:lpstr>
      <vt:lpstr>Office Theme</vt:lpstr>
      <vt:lpstr>Machine-Independent Optimizations</vt:lpstr>
      <vt:lpstr>The Principal Sources of Optimizations</vt:lpstr>
      <vt:lpstr>Example C program: Quicksort</vt:lpstr>
      <vt:lpstr>Example C program: Quicksort</vt:lpstr>
      <vt:lpstr>PowerPoint Presentation</vt:lpstr>
      <vt:lpstr>Local common subexpression elimination</vt:lpstr>
      <vt:lpstr>Global common subexpressions</vt:lpstr>
      <vt:lpstr>PowerPoint Presentation</vt:lpstr>
      <vt:lpstr>PowerPoint Presentation</vt:lpstr>
      <vt:lpstr>Copy propagation and Dead-code elimination</vt:lpstr>
      <vt:lpstr>PowerPoint Presentation</vt:lpstr>
      <vt:lpstr>PowerPoint Presentation</vt:lpstr>
      <vt:lpstr>PowerPoint Presentation</vt:lpstr>
      <vt:lpstr>Code motion</vt:lpstr>
      <vt:lpstr>Constant folding</vt:lpstr>
      <vt:lpstr>Induction variables and Reduction in strength</vt:lpstr>
      <vt:lpstr>PowerPoint Presentation</vt:lpstr>
      <vt:lpstr>PowerPoint Presentation</vt:lpstr>
      <vt:lpstr>Data-flow analysis</vt:lpstr>
      <vt:lpstr>Execution paths 1 (2)</vt:lpstr>
      <vt:lpstr>Execution paths 2 (2)</vt:lpstr>
      <vt:lpstr>Execution paths and data-flow analysis</vt:lpstr>
      <vt:lpstr>Small example with 9 program points</vt:lpstr>
      <vt:lpstr>Data-flow analysis schema</vt:lpstr>
      <vt:lpstr>Transfer functions</vt:lpstr>
      <vt:lpstr>Control-flow constraints</vt:lpstr>
      <vt:lpstr>Reaching definitions</vt:lpstr>
      <vt:lpstr>Example: reaching definitions</vt:lpstr>
      <vt:lpstr>Transfer equations for reaching definitions</vt:lpstr>
      <vt:lpstr>Example: reaching definitions IN[B2]</vt:lpstr>
      <vt:lpstr>Example: reaching definitions</vt:lpstr>
      <vt:lpstr>Example: reaching definitions</vt:lpstr>
      <vt:lpstr>Example: reaching definitions</vt:lpstr>
      <vt:lpstr>Example: reaching definitions</vt:lpstr>
      <vt:lpstr>Example: reaching definitions</vt:lpstr>
      <vt:lpstr>Algorithm for calculating IN[B] and OUT[B]</vt:lpstr>
      <vt:lpstr>Bit vectors and set operations 1(2)</vt:lpstr>
      <vt:lpstr>Bit vectors and set operations 2(2)</vt:lpstr>
      <vt:lpstr>Example with bitvectors</vt:lpstr>
      <vt:lpstr>Example with bitvectors</vt:lpstr>
      <vt:lpstr>Live-variable analysis</vt:lpstr>
      <vt:lpstr>Example: live-variable analysis</vt:lpstr>
      <vt:lpstr>Algorithm for calculating IN[B] and OUT[B] in backward analysis</vt:lpstr>
      <vt:lpstr>Available expressions</vt:lpstr>
      <vt:lpstr>Algorithm for calculating IN[B] and OUT[B] for available expressions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Lars Lundberg</dc:creator>
  <cp:lastModifiedBy>Lars Lundberg</cp:lastModifiedBy>
  <cp:revision>2</cp:revision>
  <dcterms:created xsi:type="dcterms:W3CDTF">2025-02-23T17:14:28Z</dcterms:created>
  <dcterms:modified xsi:type="dcterms:W3CDTF">2025-03-10T11:23:08Z</dcterms:modified>
</cp:coreProperties>
</file>